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9" r:id="rId4"/>
    <p:sldId id="273" r:id="rId5"/>
    <p:sldId id="270" r:id="rId6"/>
    <p:sldId id="260" r:id="rId7"/>
    <p:sldId id="269" r:id="rId8"/>
    <p:sldId id="261" r:id="rId9"/>
    <p:sldId id="263" r:id="rId10"/>
    <p:sldId id="274" r:id="rId11"/>
    <p:sldId id="275" r:id="rId12"/>
    <p:sldId id="264" r:id="rId13"/>
    <p:sldId id="271" r:id="rId14"/>
    <p:sldId id="265" r:id="rId15"/>
    <p:sldId id="272" r:id="rId16"/>
    <p:sldId id="266" r:id="rId17"/>
    <p:sldId id="267" r:id="rId18"/>
    <p:sldId id="268"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102" d="100"/>
          <a:sy n="102" d="100"/>
        </p:scale>
        <p:origin x="10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4D53FB-0A24-45D9-8F6F-9BC265E3C49F}" type="datetimeFigureOut">
              <a:rPr lang="zh-CN" altLang="en-US" smtClean="0"/>
              <a:t>2026/2/10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5018B3-48F8-4665-B4C3-DFC021C6378E}" type="slidenum">
              <a:rPr lang="zh-CN" altLang="en-US" smtClean="0"/>
              <a:t>‹#›</a:t>
            </a:fld>
            <a:endParaRPr lang="zh-CN" altLang="en-US"/>
          </a:p>
        </p:txBody>
      </p:sp>
    </p:spTree>
    <p:extLst>
      <p:ext uri="{BB962C8B-B14F-4D97-AF65-F5344CB8AC3E}">
        <p14:creationId xmlns:p14="http://schemas.microsoft.com/office/powerpoint/2010/main" val="1800497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063F5-C280-2EFC-7C1D-3583B41541E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8BAE715-0283-10AE-1718-8B8BF0B4169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CA850A8-FC69-CEF8-0229-630DE88A8FA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2AB1ACB-2C78-3199-228A-A534E1C84576}"/>
              </a:ext>
            </a:extLst>
          </p:cNvPr>
          <p:cNvSpPr>
            <a:spLocks noGrp="1"/>
          </p:cNvSpPr>
          <p:nvPr>
            <p:ph type="sldNum" sz="quarter" idx="5"/>
          </p:nvPr>
        </p:nvSpPr>
        <p:spPr/>
        <p:txBody>
          <a:bodyPr/>
          <a:lstStyle/>
          <a:p>
            <a:fld id="{8F5018B3-48F8-4665-B4C3-DFC021C6378E}" type="slidenum">
              <a:rPr lang="zh-CN" altLang="en-US" smtClean="0"/>
              <a:t>5</a:t>
            </a:fld>
            <a:endParaRPr lang="zh-CN" altLang="en-US"/>
          </a:p>
        </p:txBody>
      </p:sp>
    </p:spTree>
    <p:extLst>
      <p:ext uri="{BB962C8B-B14F-4D97-AF65-F5344CB8AC3E}">
        <p14:creationId xmlns:p14="http://schemas.microsoft.com/office/powerpoint/2010/main" val="2605661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5018B3-48F8-4665-B4C3-DFC021C6378E}" type="slidenum">
              <a:rPr lang="zh-CN" altLang="en-US" smtClean="0"/>
              <a:t>6</a:t>
            </a:fld>
            <a:endParaRPr lang="zh-CN" altLang="en-US"/>
          </a:p>
        </p:txBody>
      </p:sp>
    </p:spTree>
    <p:extLst>
      <p:ext uri="{BB962C8B-B14F-4D97-AF65-F5344CB8AC3E}">
        <p14:creationId xmlns:p14="http://schemas.microsoft.com/office/powerpoint/2010/main" val="21725014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51633-3738-8148-F87C-8ABF6E14071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1A0EEC-13BB-3BEF-72A7-D299C2462B6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C680A1B-D3F8-A69B-5178-70B617CCDC4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B7A5D5A-5F3A-294E-C08A-1DBD2F2830C1}"/>
              </a:ext>
            </a:extLst>
          </p:cNvPr>
          <p:cNvSpPr>
            <a:spLocks noGrp="1"/>
          </p:cNvSpPr>
          <p:nvPr>
            <p:ph type="sldNum" sz="quarter" idx="5"/>
          </p:nvPr>
        </p:nvSpPr>
        <p:spPr/>
        <p:txBody>
          <a:bodyPr/>
          <a:lstStyle/>
          <a:p>
            <a:fld id="{8F5018B3-48F8-4665-B4C3-DFC021C6378E}" type="slidenum">
              <a:rPr lang="zh-CN" altLang="en-US" smtClean="0"/>
              <a:t>7</a:t>
            </a:fld>
            <a:endParaRPr lang="zh-CN" altLang="en-US"/>
          </a:p>
        </p:txBody>
      </p:sp>
    </p:spTree>
    <p:extLst>
      <p:ext uri="{BB962C8B-B14F-4D97-AF65-F5344CB8AC3E}">
        <p14:creationId xmlns:p14="http://schemas.microsoft.com/office/powerpoint/2010/main" val="2150941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5018B3-48F8-4665-B4C3-DFC021C6378E}" type="slidenum">
              <a:rPr lang="zh-CN" altLang="en-US" smtClean="0"/>
              <a:t>9</a:t>
            </a:fld>
            <a:endParaRPr lang="zh-CN" altLang="en-US"/>
          </a:p>
        </p:txBody>
      </p:sp>
    </p:spTree>
    <p:extLst>
      <p:ext uri="{BB962C8B-B14F-4D97-AF65-F5344CB8AC3E}">
        <p14:creationId xmlns:p14="http://schemas.microsoft.com/office/powerpoint/2010/main" val="4277044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5018B3-48F8-4665-B4C3-DFC021C6378E}" type="slidenum">
              <a:rPr lang="zh-CN" altLang="en-US" smtClean="0"/>
              <a:t>12</a:t>
            </a:fld>
            <a:endParaRPr lang="zh-CN" altLang="en-US"/>
          </a:p>
        </p:txBody>
      </p:sp>
    </p:spTree>
    <p:extLst>
      <p:ext uri="{BB962C8B-B14F-4D97-AF65-F5344CB8AC3E}">
        <p14:creationId xmlns:p14="http://schemas.microsoft.com/office/powerpoint/2010/main" val="27571748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5018B3-48F8-4665-B4C3-DFC021C6378E}" type="slidenum">
              <a:rPr lang="zh-CN" altLang="en-US" smtClean="0"/>
              <a:t>17</a:t>
            </a:fld>
            <a:endParaRPr lang="zh-CN" altLang="en-US"/>
          </a:p>
        </p:txBody>
      </p:sp>
    </p:spTree>
    <p:extLst>
      <p:ext uri="{BB962C8B-B14F-4D97-AF65-F5344CB8AC3E}">
        <p14:creationId xmlns:p14="http://schemas.microsoft.com/office/powerpoint/2010/main" val="20456461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17B12E-0D1B-3A10-E718-0FBE2764C49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6C64EA0-AF36-AD46-57AC-04AAC38AA7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2967341-D830-345C-42F5-1326F5C3A65B}"/>
              </a:ext>
            </a:extLst>
          </p:cNvPr>
          <p:cNvSpPr>
            <a:spLocks noGrp="1"/>
          </p:cNvSpPr>
          <p:nvPr>
            <p:ph type="dt" sz="half" idx="10"/>
          </p:nvPr>
        </p:nvSpPr>
        <p:spPr/>
        <p:txBody>
          <a:bodyPr/>
          <a:lstStyle/>
          <a:p>
            <a:fld id="{B320EF65-8D0C-4D24-85F3-B3A5D4529792}" type="datetimeFigureOut">
              <a:rPr lang="zh-CN" altLang="en-US" smtClean="0"/>
              <a:t>2026/2/10</a:t>
            </a:fld>
            <a:endParaRPr lang="zh-CN" altLang="en-US"/>
          </a:p>
        </p:txBody>
      </p:sp>
      <p:sp>
        <p:nvSpPr>
          <p:cNvPr id="5" name="页脚占位符 4">
            <a:extLst>
              <a:ext uri="{FF2B5EF4-FFF2-40B4-BE49-F238E27FC236}">
                <a16:creationId xmlns:a16="http://schemas.microsoft.com/office/drawing/2014/main" id="{957BC6F2-7069-3A86-8518-31B411DBD0B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5ABB86B-F5A2-161A-2947-AE2924CC0AF5}"/>
              </a:ext>
            </a:extLst>
          </p:cNvPr>
          <p:cNvSpPr>
            <a:spLocks noGrp="1"/>
          </p:cNvSpPr>
          <p:nvPr>
            <p:ph type="sldNum" sz="quarter" idx="12"/>
          </p:nvPr>
        </p:nvSpPr>
        <p:spPr/>
        <p:txBody>
          <a:bodyPr/>
          <a:lstStyle/>
          <a:p>
            <a:fld id="{2387B97A-FE6E-406D-AA4F-1C65CA472698}" type="slidenum">
              <a:rPr lang="zh-CN" altLang="en-US" smtClean="0"/>
              <a:t>‹#›</a:t>
            </a:fld>
            <a:endParaRPr lang="zh-CN" altLang="en-US"/>
          </a:p>
        </p:txBody>
      </p:sp>
    </p:spTree>
    <p:extLst>
      <p:ext uri="{BB962C8B-B14F-4D97-AF65-F5344CB8AC3E}">
        <p14:creationId xmlns:p14="http://schemas.microsoft.com/office/powerpoint/2010/main" val="3047175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525363-3915-C795-A374-0ED9A3CCC3E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F9B580C-4B7E-9C94-6299-70D21694139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0EDC23C-B9C4-BA1F-A1EC-E218BA628EC3}"/>
              </a:ext>
            </a:extLst>
          </p:cNvPr>
          <p:cNvSpPr>
            <a:spLocks noGrp="1"/>
          </p:cNvSpPr>
          <p:nvPr>
            <p:ph type="dt" sz="half" idx="10"/>
          </p:nvPr>
        </p:nvSpPr>
        <p:spPr/>
        <p:txBody>
          <a:bodyPr/>
          <a:lstStyle/>
          <a:p>
            <a:fld id="{B320EF65-8D0C-4D24-85F3-B3A5D4529792}" type="datetimeFigureOut">
              <a:rPr lang="zh-CN" altLang="en-US" smtClean="0"/>
              <a:t>2026/2/10</a:t>
            </a:fld>
            <a:endParaRPr lang="zh-CN" altLang="en-US"/>
          </a:p>
        </p:txBody>
      </p:sp>
      <p:sp>
        <p:nvSpPr>
          <p:cNvPr id="5" name="页脚占位符 4">
            <a:extLst>
              <a:ext uri="{FF2B5EF4-FFF2-40B4-BE49-F238E27FC236}">
                <a16:creationId xmlns:a16="http://schemas.microsoft.com/office/drawing/2014/main" id="{446EF876-EB9F-F298-C083-975D4049041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0CDE28E-C092-3DEA-9A1F-E5DDBD0E01F0}"/>
              </a:ext>
            </a:extLst>
          </p:cNvPr>
          <p:cNvSpPr>
            <a:spLocks noGrp="1"/>
          </p:cNvSpPr>
          <p:nvPr>
            <p:ph type="sldNum" sz="quarter" idx="12"/>
          </p:nvPr>
        </p:nvSpPr>
        <p:spPr/>
        <p:txBody>
          <a:bodyPr/>
          <a:lstStyle/>
          <a:p>
            <a:fld id="{2387B97A-FE6E-406D-AA4F-1C65CA472698}" type="slidenum">
              <a:rPr lang="zh-CN" altLang="en-US" smtClean="0"/>
              <a:t>‹#›</a:t>
            </a:fld>
            <a:endParaRPr lang="zh-CN" altLang="en-US"/>
          </a:p>
        </p:txBody>
      </p:sp>
    </p:spTree>
    <p:extLst>
      <p:ext uri="{BB962C8B-B14F-4D97-AF65-F5344CB8AC3E}">
        <p14:creationId xmlns:p14="http://schemas.microsoft.com/office/powerpoint/2010/main" val="1403717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F7B8E5-D0A3-BA1A-52C9-1033EA4674C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4BF9BB8-2AEF-E3A3-5AC2-6FE1D27E0F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B91CEE6-45ED-5F2F-ECF2-81A26EECF62A}"/>
              </a:ext>
            </a:extLst>
          </p:cNvPr>
          <p:cNvSpPr>
            <a:spLocks noGrp="1"/>
          </p:cNvSpPr>
          <p:nvPr>
            <p:ph type="dt" sz="half" idx="10"/>
          </p:nvPr>
        </p:nvSpPr>
        <p:spPr/>
        <p:txBody>
          <a:bodyPr/>
          <a:lstStyle/>
          <a:p>
            <a:fld id="{B320EF65-8D0C-4D24-85F3-B3A5D4529792}" type="datetimeFigureOut">
              <a:rPr lang="zh-CN" altLang="en-US" smtClean="0"/>
              <a:t>2026/2/10</a:t>
            </a:fld>
            <a:endParaRPr lang="zh-CN" altLang="en-US"/>
          </a:p>
        </p:txBody>
      </p:sp>
      <p:sp>
        <p:nvSpPr>
          <p:cNvPr id="5" name="页脚占位符 4">
            <a:extLst>
              <a:ext uri="{FF2B5EF4-FFF2-40B4-BE49-F238E27FC236}">
                <a16:creationId xmlns:a16="http://schemas.microsoft.com/office/drawing/2014/main" id="{EC9D5AD5-157A-7647-0779-82766B16AAE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43EB3D8-E59E-5033-446A-CB96126325E3}"/>
              </a:ext>
            </a:extLst>
          </p:cNvPr>
          <p:cNvSpPr>
            <a:spLocks noGrp="1"/>
          </p:cNvSpPr>
          <p:nvPr>
            <p:ph type="sldNum" sz="quarter" idx="12"/>
          </p:nvPr>
        </p:nvSpPr>
        <p:spPr/>
        <p:txBody>
          <a:bodyPr/>
          <a:lstStyle/>
          <a:p>
            <a:fld id="{2387B97A-FE6E-406D-AA4F-1C65CA472698}" type="slidenum">
              <a:rPr lang="zh-CN" altLang="en-US" smtClean="0"/>
              <a:t>‹#›</a:t>
            </a:fld>
            <a:endParaRPr lang="zh-CN" altLang="en-US"/>
          </a:p>
        </p:txBody>
      </p:sp>
    </p:spTree>
    <p:extLst>
      <p:ext uri="{BB962C8B-B14F-4D97-AF65-F5344CB8AC3E}">
        <p14:creationId xmlns:p14="http://schemas.microsoft.com/office/powerpoint/2010/main" val="3071008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18244-23B3-F458-102A-AD240C829F5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95F844E-05EB-BBD2-9DF6-3E43F3864F7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999597F-44BE-E115-7D68-959A217E630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3B2243B-1EFC-B9C3-955B-3BAD7C32CFBF}"/>
              </a:ext>
            </a:extLst>
          </p:cNvPr>
          <p:cNvSpPr>
            <a:spLocks noGrp="1"/>
          </p:cNvSpPr>
          <p:nvPr>
            <p:ph type="dt" sz="half" idx="10"/>
          </p:nvPr>
        </p:nvSpPr>
        <p:spPr/>
        <p:txBody>
          <a:bodyPr/>
          <a:lstStyle/>
          <a:p>
            <a:fld id="{B320EF65-8D0C-4D24-85F3-B3A5D4529792}" type="datetimeFigureOut">
              <a:rPr lang="zh-CN" altLang="en-US" smtClean="0"/>
              <a:t>2026/2/10</a:t>
            </a:fld>
            <a:endParaRPr lang="zh-CN" altLang="en-US"/>
          </a:p>
        </p:txBody>
      </p:sp>
      <p:sp>
        <p:nvSpPr>
          <p:cNvPr id="6" name="页脚占位符 5">
            <a:extLst>
              <a:ext uri="{FF2B5EF4-FFF2-40B4-BE49-F238E27FC236}">
                <a16:creationId xmlns:a16="http://schemas.microsoft.com/office/drawing/2014/main" id="{F9CB89CD-506F-15BD-C242-B5D17C3A032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653D513-57C4-7ED2-9812-D7E3C7A9ADDC}"/>
              </a:ext>
            </a:extLst>
          </p:cNvPr>
          <p:cNvSpPr>
            <a:spLocks noGrp="1"/>
          </p:cNvSpPr>
          <p:nvPr>
            <p:ph type="sldNum" sz="quarter" idx="12"/>
          </p:nvPr>
        </p:nvSpPr>
        <p:spPr/>
        <p:txBody>
          <a:bodyPr/>
          <a:lstStyle/>
          <a:p>
            <a:fld id="{2387B97A-FE6E-406D-AA4F-1C65CA472698}" type="slidenum">
              <a:rPr lang="zh-CN" altLang="en-US" smtClean="0"/>
              <a:t>‹#›</a:t>
            </a:fld>
            <a:endParaRPr lang="zh-CN" altLang="en-US"/>
          </a:p>
        </p:txBody>
      </p:sp>
    </p:spTree>
    <p:extLst>
      <p:ext uri="{BB962C8B-B14F-4D97-AF65-F5344CB8AC3E}">
        <p14:creationId xmlns:p14="http://schemas.microsoft.com/office/powerpoint/2010/main" val="3084747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85A6C5-1E68-1494-6850-ABBD39F2465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4F53D45-8CED-BA0E-EC6E-0BAA8C25DA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0FCF14F-EABD-2273-8DC2-531FC96BFBB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DBA9C65-7A3A-E9B2-F876-99BE43AD66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4BC7ED3-D2BD-25B0-0FE5-3D191EB0938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81C61B3-7026-2D1E-007B-BF8A89838A12}"/>
              </a:ext>
            </a:extLst>
          </p:cNvPr>
          <p:cNvSpPr>
            <a:spLocks noGrp="1"/>
          </p:cNvSpPr>
          <p:nvPr>
            <p:ph type="dt" sz="half" idx="10"/>
          </p:nvPr>
        </p:nvSpPr>
        <p:spPr/>
        <p:txBody>
          <a:bodyPr/>
          <a:lstStyle/>
          <a:p>
            <a:fld id="{B320EF65-8D0C-4D24-85F3-B3A5D4529792}" type="datetimeFigureOut">
              <a:rPr lang="zh-CN" altLang="en-US" smtClean="0"/>
              <a:t>2026/2/10</a:t>
            </a:fld>
            <a:endParaRPr lang="zh-CN" altLang="en-US"/>
          </a:p>
        </p:txBody>
      </p:sp>
      <p:sp>
        <p:nvSpPr>
          <p:cNvPr id="8" name="页脚占位符 7">
            <a:extLst>
              <a:ext uri="{FF2B5EF4-FFF2-40B4-BE49-F238E27FC236}">
                <a16:creationId xmlns:a16="http://schemas.microsoft.com/office/drawing/2014/main" id="{C98B1ADD-C948-23BF-105D-6B3738388BA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2CABBD8-9FC1-3273-120E-BAA6BF3B5FDE}"/>
              </a:ext>
            </a:extLst>
          </p:cNvPr>
          <p:cNvSpPr>
            <a:spLocks noGrp="1"/>
          </p:cNvSpPr>
          <p:nvPr>
            <p:ph type="sldNum" sz="quarter" idx="12"/>
          </p:nvPr>
        </p:nvSpPr>
        <p:spPr/>
        <p:txBody>
          <a:bodyPr/>
          <a:lstStyle/>
          <a:p>
            <a:fld id="{2387B97A-FE6E-406D-AA4F-1C65CA472698}" type="slidenum">
              <a:rPr lang="zh-CN" altLang="en-US" smtClean="0"/>
              <a:t>‹#›</a:t>
            </a:fld>
            <a:endParaRPr lang="zh-CN" altLang="en-US"/>
          </a:p>
        </p:txBody>
      </p:sp>
    </p:spTree>
    <p:extLst>
      <p:ext uri="{BB962C8B-B14F-4D97-AF65-F5344CB8AC3E}">
        <p14:creationId xmlns:p14="http://schemas.microsoft.com/office/powerpoint/2010/main" val="2405606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7C1EF0-DB96-18A0-B232-AB6EC5B42C3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572137F-0D5E-7998-4D26-16C3C925D75E}"/>
              </a:ext>
            </a:extLst>
          </p:cNvPr>
          <p:cNvSpPr>
            <a:spLocks noGrp="1"/>
          </p:cNvSpPr>
          <p:nvPr>
            <p:ph type="dt" sz="half" idx="10"/>
          </p:nvPr>
        </p:nvSpPr>
        <p:spPr/>
        <p:txBody>
          <a:bodyPr/>
          <a:lstStyle/>
          <a:p>
            <a:fld id="{B320EF65-8D0C-4D24-85F3-B3A5D4529792}" type="datetimeFigureOut">
              <a:rPr lang="zh-CN" altLang="en-US" smtClean="0"/>
              <a:t>2026/2/10</a:t>
            </a:fld>
            <a:endParaRPr lang="zh-CN" altLang="en-US"/>
          </a:p>
        </p:txBody>
      </p:sp>
      <p:sp>
        <p:nvSpPr>
          <p:cNvPr id="4" name="页脚占位符 3">
            <a:extLst>
              <a:ext uri="{FF2B5EF4-FFF2-40B4-BE49-F238E27FC236}">
                <a16:creationId xmlns:a16="http://schemas.microsoft.com/office/drawing/2014/main" id="{D3D85889-1965-A68F-4822-0B4FD2C46EC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487691A-0BEE-E16B-F898-3EA96C20C739}"/>
              </a:ext>
            </a:extLst>
          </p:cNvPr>
          <p:cNvSpPr>
            <a:spLocks noGrp="1"/>
          </p:cNvSpPr>
          <p:nvPr>
            <p:ph type="sldNum" sz="quarter" idx="12"/>
          </p:nvPr>
        </p:nvSpPr>
        <p:spPr/>
        <p:txBody>
          <a:bodyPr/>
          <a:lstStyle/>
          <a:p>
            <a:fld id="{2387B97A-FE6E-406D-AA4F-1C65CA472698}" type="slidenum">
              <a:rPr lang="zh-CN" altLang="en-US" smtClean="0"/>
              <a:t>‹#›</a:t>
            </a:fld>
            <a:endParaRPr lang="zh-CN" altLang="en-US"/>
          </a:p>
        </p:txBody>
      </p:sp>
    </p:spTree>
    <p:extLst>
      <p:ext uri="{BB962C8B-B14F-4D97-AF65-F5344CB8AC3E}">
        <p14:creationId xmlns:p14="http://schemas.microsoft.com/office/powerpoint/2010/main" val="2361582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11A11CC-2927-19C9-7682-F15B153F1077}"/>
              </a:ext>
            </a:extLst>
          </p:cNvPr>
          <p:cNvSpPr>
            <a:spLocks noGrp="1"/>
          </p:cNvSpPr>
          <p:nvPr>
            <p:ph type="dt" sz="half" idx="10"/>
          </p:nvPr>
        </p:nvSpPr>
        <p:spPr/>
        <p:txBody>
          <a:bodyPr/>
          <a:lstStyle/>
          <a:p>
            <a:fld id="{B320EF65-8D0C-4D24-85F3-B3A5D4529792}" type="datetimeFigureOut">
              <a:rPr lang="zh-CN" altLang="en-US" smtClean="0"/>
              <a:t>2026/2/10</a:t>
            </a:fld>
            <a:endParaRPr lang="zh-CN" altLang="en-US"/>
          </a:p>
        </p:txBody>
      </p:sp>
      <p:sp>
        <p:nvSpPr>
          <p:cNvPr id="3" name="页脚占位符 2">
            <a:extLst>
              <a:ext uri="{FF2B5EF4-FFF2-40B4-BE49-F238E27FC236}">
                <a16:creationId xmlns:a16="http://schemas.microsoft.com/office/drawing/2014/main" id="{FC40AF88-4E4B-85F4-8EA6-285D978D54C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2676E3FB-F1F8-0670-D817-937E8580D564}"/>
              </a:ext>
            </a:extLst>
          </p:cNvPr>
          <p:cNvSpPr>
            <a:spLocks noGrp="1"/>
          </p:cNvSpPr>
          <p:nvPr>
            <p:ph type="sldNum" sz="quarter" idx="12"/>
          </p:nvPr>
        </p:nvSpPr>
        <p:spPr/>
        <p:txBody>
          <a:bodyPr/>
          <a:lstStyle/>
          <a:p>
            <a:fld id="{2387B97A-FE6E-406D-AA4F-1C65CA472698}" type="slidenum">
              <a:rPr lang="zh-CN" altLang="en-US" smtClean="0"/>
              <a:t>‹#›</a:t>
            </a:fld>
            <a:endParaRPr lang="zh-CN" altLang="en-US"/>
          </a:p>
        </p:txBody>
      </p:sp>
    </p:spTree>
    <p:extLst>
      <p:ext uri="{BB962C8B-B14F-4D97-AF65-F5344CB8AC3E}">
        <p14:creationId xmlns:p14="http://schemas.microsoft.com/office/powerpoint/2010/main" val="3196773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FE3EE9-EDAB-FE44-2D1F-7C4777160CB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494BEE9-893E-F602-2EC7-7DE9D29C0C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0AE56BA-4DD6-6659-EA8B-B1F23507A7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4F5D25E-7691-5448-F86A-BE598A52B2B0}"/>
              </a:ext>
            </a:extLst>
          </p:cNvPr>
          <p:cNvSpPr>
            <a:spLocks noGrp="1"/>
          </p:cNvSpPr>
          <p:nvPr>
            <p:ph type="dt" sz="half" idx="10"/>
          </p:nvPr>
        </p:nvSpPr>
        <p:spPr/>
        <p:txBody>
          <a:bodyPr/>
          <a:lstStyle/>
          <a:p>
            <a:fld id="{B320EF65-8D0C-4D24-85F3-B3A5D4529792}" type="datetimeFigureOut">
              <a:rPr lang="zh-CN" altLang="en-US" smtClean="0"/>
              <a:t>2026/2/10</a:t>
            </a:fld>
            <a:endParaRPr lang="zh-CN" altLang="en-US"/>
          </a:p>
        </p:txBody>
      </p:sp>
      <p:sp>
        <p:nvSpPr>
          <p:cNvPr id="6" name="页脚占位符 5">
            <a:extLst>
              <a:ext uri="{FF2B5EF4-FFF2-40B4-BE49-F238E27FC236}">
                <a16:creationId xmlns:a16="http://schemas.microsoft.com/office/drawing/2014/main" id="{BACC2EC4-CB85-BF89-9A4C-C0671F6AB13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E51DE4E-9F53-7FE7-0084-59804F91D862}"/>
              </a:ext>
            </a:extLst>
          </p:cNvPr>
          <p:cNvSpPr>
            <a:spLocks noGrp="1"/>
          </p:cNvSpPr>
          <p:nvPr>
            <p:ph type="sldNum" sz="quarter" idx="12"/>
          </p:nvPr>
        </p:nvSpPr>
        <p:spPr/>
        <p:txBody>
          <a:bodyPr/>
          <a:lstStyle/>
          <a:p>
            <a:fld id="{2387B97A-FE6E-406D-AA4F-1C65CA472698}" type="slidenum">
              <a:rPr lang="zh-CN" altLang="en-US" smtClean="0"/>
              <a:t>‹#›</a:t>
            </a:fld>
            <a:endParaRPr lang="zh-CN" altLang="en-US"/>
          </a:p>
        </p:txBody>
      </p:sp>
    </p:spTree>
    <p:extLst>
      <p:ext uri="{BB962C8B-B14F-4D97-AF65-F5344CB8AC3E}">
        <p14:creationId xmlns:p14="http://schemas.microsoft.com/office/powerpoint/2010/main" val="1735262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269457-0E7E-07A3-A5D2-69BDBD48010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CB38A66-EA5F-68A7-C1EA-1AB7AF1C29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B9C5F9A-ED52-463E-9C15-498BF32354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7D04597-74A1-901D-7F45-2EE77C63C9CB}"/>
              </a:ext>
            </a:extLst>
          </p:cNvPr>
          <p:cNvSpPr>
            <a:spLocks noGrp="1"/>
          </p:cNvSpPr>
          <p:nvPr>
            <p:ph type="dt" sz="half" idx="10"/>
          </p:nvPr>
        </p:nvSpPr>
        <p:spPr/>
        <p:txBody>
          <a:bodyPr/>
          <a:lstStyle/>
          <a:p>
            <a:fld id="{B320EF65-8D0C-4D24-85F3-B3A5D4529792}" type="datetimeFigureOut">
              <a:rPr lang="zh-CN" altLang="en-US" smtClean="0"/>
              <a:t>2026/2/10</a:t>
            </a:fld>
            <a:endParaRPr lang="zh-CN" altLang="en-US"/>
          </a:p>
        </p:txBody>
      </p:sp>
      <p:sp>
        <p:nvSpPr>
          <p:cNvPr id="6" name="页脚占位符 5">
            <a:extLst>
              <a:ext uri="{FF2B5EF4-FFF2-40B4-BE49-F238E27FC236}">
                <a16:creationId xmlns:a16="http://schemas.microsoft.com/office/drawing/2014/main" id="{BDF8530F-742B-B92F-0544-EE628E24B26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16C9C28-E466-9683-2244-92F7BE404CF1}"/>
              </a:ext>
            </a:extLst>
          </p:cNvPr>
          <p:cNvSpPr>
            <a:spLocks noGrp="1"/>
          </p:cNvSpPr>
          <p:nvPr>
            <p:ph type="sldNum" sz="quarter" idx="12"/>
          </p:nvPr>
        </p:nvSpPr>
        <p:spPr/>
        <p:txBody>
          <a:bodyPr/>
          <a:lstStyle/>
          <a:p>
            <a:fld id="{2387B97A-FE6E-406D-AA4F-1C65CA472698}" type="slidenum">
              <a:rPr lang="zh-CN" altLang="en-US" smtClean="0"/>
              <a:t>‹#›</a:t>
            </a:fld>
            <a:endParaRPr lang="zh-CN" altLang="en-US"/>
          </a:p>
        </p:txBody>
      </p:sp>
    </p:spTree>
    <p:extLst>
      <p:ext uri="{BB962C8B-B14F-4D97-AF65-F5344CB8AC3E}">
        <p14:creationId xmlns:p14="http://schemas.microsoft.com/office/powerpoint/2010/main" val="3373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A2C7CC-14EF-652F-DE54-13D1965BDAB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6D5AE3D-4E58-2A82-2739-60416B5B5CA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D569CB5-7222-57F2-D363-FED21470E538}"/>
              </a:ext>
            </a:extLst>
          </p:cNvPr>
          <p:cNvSpPr>
            <a:spLocks noGrp="1"/>
          </p:cNvSpPr>
          <p:nvPr>
            <p:ph type="dt" sz="half" idx="10"/>
          </p:nvPr>
        </p:nvSpPr>
        <p:spPr/>
        <p:txBody>
          <a:bodyPr/>
          <a:lstStyle/>
          <a:p>
            <a:fld id="{B320EF65-8D0C-4D24-85F3-B3A5D4529792}" type="datetimeFigureOut">
              <a:rPr lang="zh-CN" altLang="en-US" smtClean="0"/>
              <a:t>2026/2/10</a:t>
            </a:fld>
            <a:endParaRPr lang="zh-CN" altLang="en-US"/>
          </a:p>
        </p:txBody>
      </p:sp>
      <p:sp>
        <p:nvSpPr>
          <p:cNvPr id="5" name="页脚占位符 4">
            <a:extLst>
              <a:ext uri="{FF2B5EF4-FFF2-40B4-BE49-F238E27FC236}">
                <a16:creationId xmlns:a16="http://schemas.microsoft.com/office/drawing/2014/main" id="{484B16EE-8CCA-D60F-D4D7-1448E91CD03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F5094E2-A59B-DB32-1BB1-7153708F2CB1}"/>
              </a:ext>
            </a:extLst>
          </p:cNvPr>
          <p:cNvSpPr>
            <a:spLocks noGrp="1"/>
          </p:cNvSpPr>
          <p:nvPr>
            <p:ph type="sldNum" sz="quarter" idx="12"/>
          </p:nvPr>
        </p:nvSpPr>
        <p:spPr/>
        <p:txBody>
          <a:bodyPr/>
          <a:lstStyle/>
          <a:p>
            <a:fld id="{2387B97A-FE6E-406D-AA4F-1C65CA472698}" type="slidenum">
              <a:rPr lang="zh-CN" altLang="en-US" smtClean="0"/>
              <a:t>‹#›</a:t>
            </a:fld>
            <a:endParaRPr lang="zh-CN" altLang="en-US"/>
          </a:p>
        </p:txBody>
      </p:sp>
    </p:spTree>
    <p:extLst>
      <p:ext uri="{BB962C8B-B14F-4D97-AF65-F5344CB8AC3E}">
        <p14:creationId xmlns:p14="http://schemas.microsoft.com/office/powerpoint/2010/main" val="356328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5652073-9ABF-4340-E0A3-AD1E992891F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6B4E45B-DEC8-F775-92D8-FA1F359F3F3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AE820DE-BE22-1913-344E-417AC79DEEF2}"/>
              </a:ext>
            </a:extLst>
          </p:cNvPr>
          <p:cNvSpPr>
            <a:spLocks noGrp="1"/>
          </p:cNvSpPr>
          <p:nvPr>
            <p:ph type="dt" sz="half" idx="10"/>
          </p:nvPr>
        </p:nvSpPr>
        <p:spPr/>
        <p:txBody>
          <a:bodyPr/>
          <a:lstStyle/>
          <a:p>
            <a:fld id="{B320EF65-8D0C-4D24-85F3-B3A5D4529792}" type="datetimeFigureOut">
              <a:rPr lang="zh-CN" altLang="en-US" smtClean="0"/>
              <a:t>2026/2/10</a:t>
            </a:fld>
            <a:endParaRPr lang="zh-CN" altLang="en-US"/>
          </a:p>
        </p:txBody>
      </p:sp>
      <p:sp>
        <p:nvSpPr>
          <p:cNvPr id="5" name="页脚占位符 4">
            <a:extLst>
              <a:ext uri="{FF2B5EF4-FFF2-40B4-BE49-F238E27FC236}">
                <a16:creationId xmlns:a16="http://schemas.microsoft.com/office/drawing/2014/main" id="{A841F295-33CF-8BC6-C4FA-FD00E3D841A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89102B9-426B-916F-65A5-972FC3877D7C}"/>
              </a:ext>
            </a:extLst>
          </p:cNvPr>
          <p:cNvSpPr>
            <a:spLocks noGrp="1"/>
          </p:cNvSpPr>
          <p:nvPr>
            <p:ph type="sldNum" sz="quarter" idx="12"/>
          </p:nvPr>
        </p:nvSpPr>
        <p:spPr/>
        <p:txBody>
          <a:bodyPr/>
          <a:lstStyle/>
          <a:p>
            <a:fld id="{2387B97A-FE6E-406D-AA4F-1C65CA472698}" type="slidenum">
              <a:rPr lang="zh-CN" altLang="en-US" smtClean="0"/>
              <a:t>‹#›</a:t>
            </a:fld>
            <a:endParaRPr lang="zh-CN" altLang="en-US"/>
          </a:p>
        </p:txBody>
      </p:sp>
    </p:spTree>
    <p:extLst>
      <p:ext uri="{BB962C8B-B14F-4D97-AF65-F5344CB8AC3E}">
        <p14:creationId xmlns:p14="http://schemas.microsoft.com/office/powerpoint/2010/main" val="1795462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4830BCE-7E84-092E-E6F5-CE68096808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D729226-7A51-8012-7080-36F75E43C3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5CD4968-F024-51B4-2EB4-CB011746C3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20EF65-8D0C-4D24-85F3-B3A5D4529792}" type="datetimeFigureOut">
              <a:rPr lang="zh-CN" altLang="en-US" smtClean="0"/>
              <a:t>2026/2/10</a:t>
            </a:fld>
            <a:endParaRPr lang="zh-CN" altLang="en-US"/>
          </a:p>
        </p:txBody>
      </p:sp>
      <p:sp>
        <p:nvSpPr>
          <p:cNvPr id="5" name="页脚占位符 4">
            <a:extLst>
              <a:ext uri="{FF2B5EF4-FFF2-40B4-BE49-F238E27FC236}">
                <a16:creationId xmlns:a16="http://schemas.microsoft.com/office/drawing/2014/main" id="{5079E6BC-B906-2FEC-CA3D-B062AA2BAF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66B4C8CF-100C-FB9E-3617-6B56367D8A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87B97A-FE6E-406D-AA4F-1C65CA472698}" type="slidenum">
              <a:rPr lang="zh-CN" altLang="en-US" smtClean="0"/>
              <a:t>‹#›</a:t>
            </a:fld>
            <a:endParaRPr lang="zh-CN" altLang="en-US"/>
          </a:p>
        </p:txBody>
      </p:sp>
    </p:spTree>
    <p:extLst>
      <p:ext uri="{BB962C8B-B14F-4D97-AF65-F5344CB8AC3E}">
        <p14:creationId xmlns:p14="http://schemas.microsoft.com/office/powerpoint/2010/main" val="3948827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6337A55-AD7F-3DFE-FD30-A93793541492}"/>
              </a:ext>
            </a:extLst>
          </p:cNvPr>
          <p:cNvSpPr txBox="1"/>
          <p:nvPr/>
        </p:nvSpPr>
        <p:spPr>
          <a:xfrm>
            <a:off x="3047419" y="2199058"/>
            <a:ext cx="6097162" cy="1107996"/>
          </a:xfrm>
          <a:prstGeom prst="rect">
            <a:avLst/>
          </a:prstGeom>
          <a:noFill/>
        </p:spPr>
        <p:txBody>
          <a:bodyPr wrap="square">
            <a:spAutoFit/>
          </a:bodyPr>
          <a:lstStyle/>
          <a:p>
            <a:pPr algn="ctr">
              <a:spcAft>
                <a:spcPts val="1500"/>
              </a:spcAft>
              <a:buNone/>
            </a:pPr>
            <a:r>
              <a:rPr lang="ja-JP" altLang="en-US" sz="6600" b="1" i="0" dirty="0">
                <a:solidFill>
                  <a:srgbClr val="003580"/>
                </a:solidFill>
                <a:effectLst/>
                <a:latin typeface="+mn-ea"/>
              </a:rPr>
              <a:t>北欧の福祉国家</a:t>
            </a:r>
          </a:p>
        </p:txBody>
      </p:sp>
      <p:sp>
        <p:nvSpPr>
          <p:cNvPr id="7" name="文本框 6">
            <a:extLst>
              <a:ext uri="{FF2B5EF4-FFF2-40B4-BE49-F238E27FC236}">
                <a16:creationId xmlns:a16="http://schemas.microsoft.com/office/drawing/2014/main" id="{35BC37BB-8B24-9568-A3B6-3370E4A491AA}"/>
              </a:ext>
            </a:extLst>
          </p:cNvPr>
          <p:cNvSpPr txBox="1"/>
          <p:nvPr/>
        </p:nvSpPr>
        <p:spPr>
          <a:xfrm>
            <a:off x="3047419" y="3567167"/>
            <a:ext cx="6097162" cy="461665"/>
          </a:xfrm>
          <a:prstGeom prst="rect">
            <a:avLst/>
          </a:prstGeom>
          <a:noFill/>
        </p:spPr>
        <p:txBody>
          <a:bodyPr wrap="square">
            <a:spAutoFit/>
          </a:bodyPr>
          <a:lstStyle/>
          <a:p>
            <a:pPr algn="ctr"/>
            <a:r>
              <a:rPr lang="ja-JP" altLang="en-US" sz="2400" b="1" i="0" dirty="0">
                <a:solidFill>
                  <a:srgbClr val="FF0000"/>
                </a:solidFill>
                <a:effectLst/>
                <a:latin typeface="Noto Sans JP" panose="020B0200000000000000" pitchFamily="34" charset="-122"/>
                <a:ea typeface="Noto Sans JP" panose="020B0200000000000000" pitchFamily="34" charset="-122"/>
              </a:rPr>
              <a:t>フィンランド</a:t>
            </a:r>
            <a:r>
              <a:rPr lang="ja-JP" altLang="en-US" sz="2400" b="1" i="0" dirty="0">
                <a:effectLst/>
                <a:latin typeface="Noto Sans JP" panose="020B0200000000000000" pitchFamily="34" charset="-122"/>
                <a:ea typeface="Noto Sans JP" panose="020B0200000000000000" pitchFamily="34" charset="-122"/>
              </a:rPr>
              <a:t>の教育課題と未来への展望</a:t>
            </a:r>
            <a:endParaRPr lang="zh-CN" altLang="en-US" sz="2400" b="1" dirty="0"/>
          </a:p>
        </p:txBody>
      </p:sp>
      <p:sp>
        <p:nvSpPr>
          <p:cNvPr id="9" name="文本框 8">
            <a:extLst>
              <a:ext uri="{FF2B5EF4-FFF2-40B4-BE49-F238E27FC236}">
                <a16:creationId xmlns:a16="http://schemas.microsoft.com/office/drawing/2014/main" id="{542E1BB5-7D62-CB08-CCB0-B5208F7F613B}"/>
              </a:ext>
            </a:extLst>
          </p:cNvPr>
          <p:cNvSpPr txBox="1"/>
          <p:nvPr/>
        </p:nvSpPr>
        <p:spPr>
          <a:xfrm>
            <a:off x="3048582" y="4446666"/>
            <a:ext cx="6097162" cy="523220"/>
          </a:xfrm>
          <a:prstGeom prst="rect">
            <a:avLst/>
          </a:prstGeom>
          <a:noFill/>
        </p:spPr>
        <p:txBody>
          <a:bodyPr wrap="square">
            <a:spAutoFit/>
          </a:bodyPr>
          <a:lstStyle/>
          <a:p>
            <a:pPr algn="ctr"/>
            <a:r>
              <a:rPr lang="ja-JP" altLang="en-US" sz="2800" b="1" i="0" dirty="0">
                <a:solidFill>
                  <a:srgbClr val="003580"/>
                </a:solidFill>
                <a:effectLst/>
                <a:latin typeface="Noto Sans JP" panose="020B0200000000000000" pitchFamily="34" charset="-122"/>
                <a:ea typeface="Noto Sans JP" panose="020B0200000000000000" pitchFamily="34" charset="-122"/>
              </a:rPr>
              <a:t>発表者：ノンビリやすみ グループ</a:t>
            </a:r>
            <a:endParaRPr lang="en-US" altLang="ja-JP" sz="2800" b="1" i="0" dirty="0">
              <a:solidFill>
                <a:srgbClr val="003580"/>
              </a:solidFill>
              <a:effectLst/>
              <a:latin typeface="Noto Sans JP" panose="020B0200000000000000" pitchFamily="34" charset="-122"/>
              <a:ea typeface="Noto Sans JP" panose="020B0200000000000000" pitchFamily="34" charset="-122"/>
            </a:endParaRPr>
          </a:p>
        </p:txBody>
      </p:sp>
      <p:sp>
        <p:nvSpPr>
          <p:cNvPr id="11" name="文本框 10">
            <a:extLst>
              <a:ext uri="{FF2B5EF4-FFF2-40B4-BE49-F238E27FC236}">
                <a16:creationId xmlns:a16="http://schemas.microsoft.com/office/drawing/2014/main" id="{6192AE5E-3CAA-C15E-1A6A-3F5392355796}"/>
              </a:ext>
            </a:extLst>
          </p:cNvPr>
          <p:cNvSpPr txBox="1"/>
          <p:nvPr/>
        </p:nvSpPr>
        <p:spPr>
          <a:xfrm>
            <a:off x="3524511" y="1938945"/>
            <a:ext cx="1116382" cy="369332"/>
          </a:xfrm>
          <a:prstGeom prst="rect">
            <a:avLst/>
          </a:prstGeom>
          <a:noFill/>
        </p:spPr>
        <p:txBody>
          <a:bodyPr wrap="square">
            <a:spAutoFit/>
          </a:bodyPr>
          <a:lstStyle/>
          <a:p>
            <a:r>
              <a:rPr lang="ja-JP" altLang="en-US" b="1" i="0" dirty="0">
                <a:solidFill>
                  <a:srgbClr val="3A3A3A"/>
                </a:solidFill>
                <a:effectLst/>
                <a:latin typeface="HiraginoSans-W4"/>
              </a:rPr>
              <a:t>ほくおう</a:t>
            </a:r>
            <a:endParaRPr lang="zh-CN" altLang="en-US" b="1" dirty="0"/>
          </a:p>
        </p:txBody>
      </p:sp>
      <p:sp>
        <p:nvSpPr>
          <p:cNvPr id="3" name="文本框 2">
            <a:extLst>
              <a:ext uri="{FF2B5EF4-FFF2-40B4-BE49-F238E27FC236}">
                <a16:creationId xmlns:a16="http://schemas.microsoft.com/office/drawing/2014/main" id="{0796433B-FCF5-BF71-8677-9FBA2ABCD89C}"/>
              </a:ext>
            </a:extLst>
          </p:cNvPr>
          <p:cNvSpPr txBox="1"/>
          <p:nvPr/>
        </p:nvSpPr>
        <p:spPr>
          <a:xfrm>
            <a:off x="8028199" y="3252445"/>
            <a:ext cx="1116382" cy="369332"/>
          </a:xfrm>
          <a:prstGeom prst="rect">
            <a:avLst/>
          </a:prstGeom>
          <a:noFill/>
        </p:spPr>
        <p:txBody>
          <a:bodyPr wrap="square">
            <a:spAutoFit/>
          </a:bodyPr>
          <a:lstStyle/>
          <a:p>
            <a:r>
              <a:rPr lang="ja-JP" altLang="en-US" b="1" dirty="0"/>
              <a:t>てんぼう</a:t>
            </a:r>
            <a:endParaRPr lang="zh-CN" altLang="en-US" b="1" dirty="0"/>
          </a:p>
        </p:txBody>
      </p:sp>
    </p:spTree>
    <p:extLst>
      <p:ext uri="{BB962C8B-B14F-4D97-AF65-F5344CB8AC3E}">
        <p14:creationId xmlns:p14="http://schemas.microsoft.com/office/powerpoint/2010/main" val="1445642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7A1F97F-7AD0-2D26-4594-38B5438C3B30}"/>
              </a:ext>
            </a:extLst>
          </p:cNvPr>
          <p:cNvSpPr txBox="1"/>
          <p:nvPr/>
        </p:nvSpPr>
        <p:spPr>
          <a:xfrm>
            <a:off x="521768" y="2232518"/>
            <a:ext cx="6097162" cy="2392963"/>
          </a:xfrm>
          <a:prstGeom prst="rect">
            <a:avLst/>
          </a:prstGeom>
          <a:noFill/>
        </p:spPr>
        <p:txBody>
          <a:bodyPr wrap="square">
            <a:spAutoFit/>
          </a:bodyPr>
          <a:lstStyle/>
          <a:p>
            <a:pPr algn="l">
              <a:spcAft>
                <a:spcPts val="1500"/>
              </a:spcAft>
              <a:buFont typeface="Arial" panose="020B0604020202020204" pitchFamily="34" charset="0"/>
              <a:buChar char="•"/>
            </a:pPr>
            <a:r>
              <a:rPr lang="ja-JP" altLang="en-US" sz="2800" b="1" i="0" dirty="0">
                <a:solidFill>
                  <a:srgbClr val="1A202C"/>
                </a:solidFill>
                <a:effectLst/>
                <a:latin typeface="Noto Sans JP" panose="020B0200000000000000" pitchFamily="34" charset="-122"/>
                <a:ea typeface="Noto Sans JP" panose="020B0200000000000000" pitchFamily="34" charset="-122"/>
              </a:rPr>
              <a:t>国・地域の紹介：北欧モデル</a:t>
            </a:r>
          </a:p>
          <a:p>
            <a:pPr algn="l">
              <a:spcAft>
                <a:spcPts val="1500"/>
              </a:spcAft>
              <a:buFont typeface="Arial" panose="020B0604020202020204" pitchFamily="34" charset="0"/>
              <a:buChar char="•"/>
            </a:pPr>
            <a:r>
              <a:rPr lang="ja-JP" altLang="en-US" sz="2800" b="1" i="0" dirty="0">
                <a:solidFill>
                  <a:schemeClr val="accent1"/>
                </a:solidFill>
                <a:effectLst/>
                <a:latin typeface="Noto Sans JP" panose="020B0200000000000000" pitchFamily="34" charset="-122"/>
                <a:ea typeface="Noto Sans JP" panose="020B0200000000000000" pitchFamily="34" charset="-122"/>
              </a:rPr>
              <a:t>フィンランド教育の特徴と強み</a:t>
            </a:r>
          </a:p>
          <a:p>
            <a:pPr algn="l">
              <a:spcAft>
                <a:spcPts val="1500"/>
              </a:spcAft>
              <a:buFont typeface="Arial" panose="020B0604020202020204" pitchFamily="34" charset="0"/>
              <a:buChar char="•"/>
            </a:pPr>
            <a:r>
              <a:rPr lang="ja-JP" altLang="en-US" sz="2800" b="1" i="0" dirty="0">
                <a:solidFill>
                  <a:schemeClr val="accent1"/>
                </a:solidFill>
                <a:effectLst/>
                <a:latin typeface="Noto Sans JP" panose="020B0200000000000000" pitchFamily="34" charset="-122"/>
                <a:ea typeface="Noto Sans JP" panose="020B0200000000000000" pitchFamily="34" charset="-122"/>
              </a:rPr>
              <a:t>現在直面している教育の問題点</a:t>
            </a:r>
          </a:p>
          <a:p>
            <a:pPr algn="l">
              <a:spcAft>
                <a:spcPts val="1500"/>
              </a:spcAft>
              <a:buFont typeface="Arial" panose="020B0604020202020204" pitchFamily="34" charset="0"/>
              <a:buChar char="•"/>
            </a:pPr>
            <a:r>
              <a:rPr lang="en-US" altLang="ja-JP" sz="2800" b="1" i="0" dirty="0">
                <a:solidFill>
                  <a:schemeClr val="accent1"/>
                </a:solidFill>
                <a:effectLst/>
                <a:latin typeface="Noto Sans JP" panose="020B0200000000000000" pitchFamily="34" charset="-122"/>
                <a:ea typeface="Noto Sans JP" panose="020B0200000000000000" pitchFamily="34" charset="-122"/>
              </a:rPr>
              <a:t>PISA</a:t>
            </a:r>
            <a:r>
              <a:rPr lang="ja-JP" altLang="en-US" sz="2800" b="1" i="0" dirty="0">
                <a:solidFill>
                  <a:schemeClr val="accent1"/>
                </a:solidFill>
                <a:effectLst/>
                <a:latin typeface="Noto Sans JP" panose="020B0200000000000000" pitchFamily="34" charset="-122"/>
                <a:ea typeface="Noto Sans JP" panose="020B0200000000000000" pitchFamily="34" charset="-122"/>
              </a:rPr>
              <a:t>スコアにみる学力の推移</a:t>
            </a:r>
          </a:p>
        </p:txBody>
      </p:sp>
      <p:sp>
        <p:nvSpPr>
          <p:cNvPr id="7" name="文本框 6">
            <a:extLst>
              <a:ext uri="{FF2B5EF4-FFF2-40B4-BE49-F238E27FC236}">
                <a16:creationId xmlns:a16="http://schemas.microsoft.com/office/drawing/2014/main" id="{9EDF18E0-D034-4C2B-9E40-333E7AAD0FA5}"/>
              </a:ext>
            </a:extLst>
          </p:cNvPr>
          <p:cNvSpPr txBox="1"/>
          <p:nvPr/>
        </p:nvSpPr>
        <p:spPr>
          <a:xfrm>
            <a:off x="717210" y="626131"/>
            <a:ext cx="6097162" cy="646331"/>
          </a:xfrm>
          <a:prstGeom prst="rect">
            <a:avLst/>
          </a:prstGeom>
          <a:noFill/>
        </p:spPr>
        <p:txBody>
          <a:bodyPr wrap="square">
            <a:spAutoFit/>
          </a:bodyPr>
          <a:lstStyle/>
          <a:p>
            <a:pPr algn="l">
              <a:spcAft>
                <a:spcPts val="3000"/>
              </a:spcAft>
              <a:buNone/>
            </a:pPr>
            <a:r>
              <a:rPr lang="ja-JP" altLang="en-US" sz="3600" b="1" i="0" dirty="0">
                <a:solidFill>
                  <a:srgbClr val="003580"/>
                </a:solidFill>
                <a:effectLst/>
                <a:latin typeface="Noto Sans JP" panose="020B0200000000000000" pitchFamily="34" charset="-122"/>
                <a:ea typeface="Noto Sans JP" panose="020B0200000000000000" pitchFamily="34" charset="-122"/>
              </a:rPr>
              <a:t>本日の発表内容</a:t>
            </a:r>
          </a:p>
        </p:txBody>
      </p:sp>
      <p:sp>
        <p:nvSpPr>
          <p:cNvPr id="9" name="文本框 8">
            <a:extLst>
              <a:ext uri="{FF2B5EF4-FFF2-40B4-BE49-F238E27FC236}">
                <a16:creationId xmlns:a16="http://schemas.microsoft.com/office/drawing/2014/main" id="{E9620562-B64F-7ABB-A0C1-25BCCF147053}"/>
              </a:ext>
            </a:extLst>
          </p:cNvPr>
          <p:cNvSpPr txBox="1"/>
          <p:nvPr/>
        </p:nvSpPr>
        <p:spPr>
          <a:xfrm>
            <a:off x="6374044" y="2189506"/>
            <a:ext cx="6097162" cy="2392963"/>
          </a:xfrm>
          <a:prstGeom prst="rect">
            <a:avLst/>
          </a:prstGeom>
          <a:noFill/>
        </p:spPr>
        <p:txBody>
          <a:bodyPr wrap="square">
            <a:spAutoFit/>
          </a:bodyPr>
          <a:lstStyle/>
          <a:p>
            <a:pPr algn="l">
              <a:spcAft>
                <a:spcPts val="1500"/>
              </a:spcAft>
              <a:buFont typeface="Arial" panose="020B0604020202020204" pitchFamily="34" charset="0"/>
              <a:buChar char="•"/>
            </a:pPr>
            <a:r>
              <a:rPr lang="ja-JP" altLang="en-US" sz="2800" b="1" i="0" dirty="0">
                <a:solidFill>
                  <a:srgbClr val="7030A0"/>
                </a:solidFill>
                <a:effectLst/>
                <a:latin typeface="Noto Sans JP" panose="020B0200000000000000" pitchFamily="34" charset="-122"/>
                <a:ea typeface="Noto Sans JP" panose="020B0200000000000000" pitchFamily="34" charset="-122"/>
              </a:rPr>
              <a:t>これまでの対策とその結果</a:t>
            </a:r>
          </a:p>
          <a:p>
            <a:pPr algn="l">
              <a:spcAft>
                <a:spcPts val="1500"/>
              </a:spcAft>
              <a:buFont typeface="Arial" panose="020B0604020202020204" pitchFamily="34" charset="0"/>
              <a:buChar char="•"/>
            </a:pPr>
            <a:r>
              <a:rPr lang="ja-JP" altLang="en-US" sz="2800" b="1" i="0" dirty="0">
                <a:solidFill>
                  <a:srgbClr val="7030A0"/>
                </a:solidFill>
                <a:effectLst/>
                <a:latin typeface="Noto Sans JP" panose="020B0200000000000000" pitchFamily="34" charset="-122"/>
                <a:ea typeface="Noto Sans JP" panose="020B0200000000000000" pitchFamily="34" charset="-122"/>
              </a:rPr>
              <a:t>改善策の具体的提案</a:t>
            </a:r>
          </a:p>
          <a:p>
            <a:pPr algn="l">
              <a:spcAft>
                <a:spcPts val="1500"/>
              </a:spcAft>
              <a:buFont typeface="Arial" panose="020B0604020202020204" pitchFamily="34" charset="0"/>
              <a:buChar char="•"/>
            </a:pPr>
            <a:r>
              <a:rPr lang="ja-JP" altLang="en-US" sz="2800" b="1" i="0" dirty="0">
                <a:solidFill>
                  <a:schemeClr val="accent2"/>
                </a:solidFill>
                <a:effectLst/>
                <a:latin typeface="Noto Sans JP" panose="020B0200000000000000" pitchFamily="34" charset="-122"/>
                <a:ea typeface="Noto Sans JP" panose="020B0200000000000000" pitchFamily="34" charset="-122"/>
              </a:rPr>
              <a:t>期待される効果と潜在的リスク</a:t>
            </a:r>
          </a:p>
          <a:p>
            <a:pPr algn="l">
              <a:spcAft>
                <a:spcPts val="1500"/>
              </a:spcAft>
              <a:buFont typeface="Arial" panose="020B0604020202020204" pitchFamily="34" charset="0"/>
              <a:buChar char="•"/>
            </a:pPr>
            <a:r>
              <a:rPr lang="ja-JP" altLang="en-US" sz="2800" b="1" i="0" dirty="0">
                <a:solidFill>
                  <a:schemeClr val="accent2"/>
                </a:solidFill>
                <a:effectLst/>
                <a:latin typeface="Noto Sans JP" panose="020B0200000000000000" pitchFamily="34" charset="-122"/>
                <a:ea typeface="Noto Sans JP" panose="020B0200000000000000" pitchFamily="34" charset="-122"/>
              </a:rPr>
              <a:t>考察とまとめ</a:t>
            </a:r>
          </a:p>
        </p:txBody>
      </p:sp>
    </p:spTree>
    <p:extLst>
      <p:ext uri="{BB962C8B-B14F-4D97-AF65-F5344CB8AC3E}">
        <p14:creationId xmlns:p14="http://schemas.microsoft.com/office/powerpoint/2010/main" val="616941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D1808-393A-9651-744D-8F477B19AB3B}"/>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FAA84363-5F39-5F9D-1F36-E1ABA8E69F23}"/>
              </a:ext>
            </a:extLst>
          </p:cNvPr>
          <p:cNvSpPr txBox="1"/>
          <p:nvPr/>
        </p:nvSpPr>
        <p:spPr>
          <a:xfrm>
            <a:off x="717210" y="1513126"/>
            <a:ext cx="10604598" cy="4816703"/>
          </a:xfrm>
          <a:prstGeom prst="rect">
            <a:avLst/>
          </a:prstGeom>
          <a:noFill/>
        </p:spPr>
        <p:txBody>
          <a:bodyPr wrap="square">
            <a:spAutoFit/>
          </a:bodyPr>
          <a:lstStyle/>
          <a:p>
            <a:pPr algn="l">
              <a:spcAft>
                <a:spcPts val="1500"/>
              </a:spcAft>
              <a:buNone/>
            </a:pPr>
            <a:r>
              <a:rPr lang="ja-JP" altLang="en-US" sz="2800" b="1" i="0" dirty="0">
                <a:solidFill>
                  <a:srgbClr val="003580"/>
                </a:solidFill>
                <a:effectLst/>
                <a:latin typeface="Noto Sans JP" panose="020B0200000000000000" pitchFamily="34" charset="-122"/>
                <a:ea typeface="Noto Sans JP" panose="020B0200000000000000" pitchFamily="34" charset="-122"/>
              </a:rPr>
              <a:t>フィンランド共和国</a:t>
            </a:r>
          </a:p>
          <a:p>
            <a:pPr algn="l">
              <a:buNone/>
            </a:pPr>
            <a:r>
              <a:rPr lang="ja-JP" altLang="en-US" sz="2800" b="1" i="0" dirty="0">
                <a:solidFill>
                  <a:srgbClr val="FF0000"/>
                </a:solidFill>
                <a:effectLst/>
                <a:latin typeface="Noto Sans JP" panose="020B0200000000000000" pitchFamily="34" charset="-122"/>
                <a:ea typeface="Noto Sans JP" panose="020B0200000000000000" pitchFamily="34" charset="-122"/>
              </a:rPr>
              <a:t>北欧諸国</a:t>
            </a:r>
            <a:r>
              <a:rPr lang="ja-JP" altLang="en-US" sz="2800" b="0" i="0" dirty="0">
                <a:solidFill>
                  <a:srgbClr val="1A202C"/>
                </a:solidFill>
                <a:effectLst/>
                <a:latin typeface="Noto Sans JP" panose="020B0200000000000000" pitchFamily="34" charset="-122"/>
                <a:ea typeface="Noto Sans JP" panose="020B0200000000000000" pitchFamily="34" charset="-122"/>
              </a:rPr>
              <a:t>の一つであり、世界で最も幸福度が高い国として知られています。 広大な森林と湖に囲まれ、</a:t>
            </a:r>
            <a:r>
              <a:rPr lang="ja-JP" altLang="en-US" sz="2800" b="1" i="0" dirty="0">
                <a:solidFill>
                  <a:srgbClr val="FF0000"/>
                </a:solidFill>
                <a:effectLst/>
                <a:latin typeface="Noto Sans JP" panose="020B0200000000000000" pitchFamily="34" charset="-122"/>
                <a:ea typeface="Noto Sans JP" panose="020B0200000000000000" pitchFamily="34" charset="-122"/>
              </a:rPr>
              <a:t>「高負担・高福祉」</a:t>
            </a:r>
            <a:r>
              <a:rPr lang="ja-JP" altLang="en-US" sz="2800" b="0" i="0" dirty="0">
                <a:solidFill>
                  <a:srgbClr val="1A202C"/>
                </a:solidFill>
                <a:effectLst/>
                <a:latin typeface="Noto Sans JP" panose="020B0200000000000000" pitchFamily="34" charset="-122"/>
                <a:ea typeface="Noto Sans JP" panose="020B0200000000000000" pitchFamily="34" charset="-122"/>
              </a:rPr>
              <a:t>の社会システムを基盤としています。</a:t>
            </a:r>
          </a:p>
          <a:p>
            <a:pPr algn="l">
              <a:lnSpc>
                <a:spcPts val="3000"/>
              </a:lnSpc>
              <a:spcBef>
                <a:spcPts val="2250"/>
              </a:spcBef>
              <a:spcAft>
                <a:spcPts val="1500"/>
              </a:spcAft>
              <a:buFont typeface="Arial" panose="020B0604020202020204" pitchFamily="34" charset="0"/>
              <a:buChar char="•"/>
            </a:pPr>
            <a:r>
              <a:rPr lang="ja-JP" altLang="en-US" sz="2800" b="1" i="0" dirty="0">
                <a:solidFill>
                  <a:srgbClr val="1A202C"/>
                </a:solidFill>
                <a:effectLst/>
                <a:latin typeface="Noto Sans JP" panose="020B0200000000000000" pitchFamily="34" charset="-122"/>
                <a:ea typeface="Noto Sans JP" panose="020B0200000000000000" pitchFamily="34" charset="-122"/>
              </a:rPr>
              <a:t>人口</a:t>
            </a:r>
            <a:r>
              <a:rPr lang="en-US" altLang="ja-JP" sz="2800" b="1" i="0" dirty="0">
                <a:solidFill>
                  <a:srgbClr val="1A202C"/>
                </a:solidFill>
                <a:effectLst/>
                <a:latin typeface="Noto Sans JP" panose="020B0200000000000000" pitchFamily="34" charset="-122"/>
                <a:ea typeface="Noto Sans JP" panose="020B0200000000000000" pitchFamily="34" charset="-122"/>
              </a:rPr>
              <a:t>:</a:t>
            </a:r>
            <a:r>
              <a:rPr lang="ja-JP" altLang="en-US" sz="2800" b="0" i="0" dirty="0">
                <a:solidFill>
                  <a:srgbClr val="1A202C"/>
                </a:solidFill>
                <a:effectLst/>
                <a:latin typeface="Noto Sans JP" panose="020B0200000000000000" pitchFamily="34" charset="-122"/>
                <a:ea typeface="Noto Sans JP" panose="020B0200000000000000" pitchFamily="34" charset="-122"/>
              </a:rPr>
              <a:t> 約</a:t>
            </a:r>
            <a:r>
              <a:rPr lang="en-US" altLang="ja-JP" sz="2800" b="0" i="0" dirty="0">
                <a:solidFill>
                  <a:srgbClr val="1A202C"/>
                </a:solidFill>
                <a:effectLst/>
                <a:latin typeface="Noto Sans JP" panose="020B0200000000000000" pitchFamily="34" charset="-122"/>
                <a:ea typeface="Noto Sans JP" panose="020B0200000000000000" pitchFamily="34" charset="-122"/>
              </a:rPr>
              <a:t>550</a:t>
            </a:r>
            <a:r>
              <a:rPr lang="ja-JP" altLang="en-US" sz="2800" b="0" i="0" dirty="0">
                <a:solidFill>
                  <a:srgbClr val="1A202C"/>
                </a:solidFill>
                <a:effectLst/>
                <a:latin typeface="Noto Sans JP" panose="020B0200000000000000" pitchFamily="34" charset="-122"/>
                <a:ea typeface="Noto Sans JP" panose="020B0200000000000000" pitchFamily="34" charset="-122"/>
              </a:rPr>
              <a:t>万人</a:t>
            </a:r>
          </a:p>
          <a:p>
            <a:pPr algn="l">
              <a:lnSpc>
                <a:spcPts val="3000"/>
              </a:lnSpc>
              <a:spcBef>
                <a:spcPts val="2250"/>
              </a:spcBef>
              <a:spcAft>
                <a:spcPts val="1500"/>
              </a:spcAft>
              <a:buFont typeface="Arial" panose="020B0604020202020204" pitchFamily="34" charset="0"/>
              <a:buChar char="•"/>
            </a:pPr>
            <a:r>
              <a:rPr lang="ja-JP" altLang="en-US" sz="2800" b="1" i="0" dirty="0">
                <a:solidFill>
                  <a:srgbClr val="1A202C"/>
                </a:solidFill>
                <a:effectLst/>
                <a:latin typeface="Noto Sans JP" panose="020B0200000000000000" pitchFamily="34" charset="-122"/>
                <a:ea typeface="Noto Sans JP" panose="020B0200000000000000" pitchFamily="34" charset="-122"/>
              </a:rPr>
              <a:t>首都</a:t>
            </a:r>
            <a:r>
              <a:rPr lang="en-US" altLang="ja-JP" sz="2800" b="1" i="0" dirty="0">
                <a:solidFill>
                  <a:srgbClr val="1A202C"/>
                </a:solidFill>
                <a:effectLst/>
                <a:latin typeface="Noto Sans JP" panose="020B0200000000000000" pitchFamily="34" charset="-122"/>
                <a:ea typeface="Noto Sans JP" panose="020B0200000000000000" pitchFamily="34" charset="-122"/>
              </a:rPr>
              <a:t>:</a:t>
            </a:r>
            <a:r>
              <a:rPr lang="ja-JP" altLang="en-US" sz="2800" b="0" i="0" dirty="0">
                <a:solidFill>
                  <a:srgbClr val="1A202C"/>
                </a:solidFill>
                <a:effectLst/>
                <a:latin typeface="Noto Sans JP" panose="020B0200000000000000" pitchFamily="34" charset="-122"/>
                <a:ea typeface="Noto Sans JP" panose="020B0200000000000000" pitchFamily="34" charset="-122"/>
              </a:rPr>
              <a:t> ヘルシンキ</a:t>
            </a:r>
          </a:p>
          <a:p>
            <a:pPr algn="l">
              <a:lnSpc>
                <a:spcPts val="3000"/>
              </a:lnSpc>
              <a:spcBef>
                <a:spcPts val="2250"/>
              </a:spcBef>
              <a:spcAft>
                <a:spcPts val="1500"/>
              </a:spcAft>
              <a:buFont typeface="Arial" panose="020B0604020202020204" pitchFamily="34" charset="0"/>
              <a:buChar char="•"/>
            </a:pPr>
            <a:r>
              <a:rPr lang="ja-JP" altLang="en-US" sz="2800" b="1" i="0" dirty="0">
                <a:solidFill>
                  <a:srgbClr val="1A202C"/>
                </a:solidFill>
                <a:effectLst/>
                <a:latin typeface="Noto Sans JP" panose="020B0200000000000000" pitchFamily="34" charset="-122"/>
                <a:ea typeface="Noto Sans JP" panose="020B0200000000000000" pitchFamily="34" charset="-122"/>
              </a:rPr>
              <a:t>社会モデル</a:t>
            </a:r>
            <a:r>
              <a:rPr lang="en-US" altLang="ja-JP" sz="2800" b="1" i="0" dirty="0">
                <a:solidFill>
                  <a:srgbClr val="1A202C"/>
                </a:solidFill>
                <a:effectLst/>
                <a:latin typeface="Noto Sans JP" panose="020B0200000000000000" pitchFamily="34" charset="-122"/>
                <a:ea typeface="Noto Sans JP" panose="020B0200000000000000" pitchFamily="34" charset="-122"/>
              </a:rPr>
              <a:t>:</a:t>
            </a:r>
            <a:r>
              <a:rPr lang="ja-JP" altLang="en-US" sz="2800" b="0" i="0" dirty="0">
                <a:solidFill>
                  <a:srgbClr val="1A202C"/>
                </a:solidFill>
                <a:effectLst/>
                <a:latin typeface="Noto Sans JP" panose="020B0200000000000000" pitchFamily="34" charset="-122"/>
                <a:ea typeface="Noto Sans JP" panose="020B0200000000000000" pitchFamily="34" charset="-122"/>
              </a:rPr>
              <a:t> </a:t>
            </a:r>
            <a:br>
              <a:rPr lang="en-US" altLang="ja-JP" sz="2800" b="0" i="0" dirty="0">
                <a:solidFill>
                  <a:srgbClr val="1A202C"/>
                </a:solidFill>
                <a:effectLst/>
                <a:latin typeface="Noto Sans JP" panose="020B0200000000000000" pitchFamily="34" charset="-122"/>
                <a:ea typeface="Noto Sans JP" panose="020B0200000000000000" pitchFamily="34" charset="-122"/>
              </a:rPr>
            </a:br>
            <a:r>
              <a:rPr lang="en-US" altLang="ja-JP" sz="2800" b="0" i="0" dirty="0">
                <a:solidFill>
                  <a:srgbClr val="1A202C"/>
                </a:solidFill>
                <a:effectLst/>
                <a:latin typeface="Noto Sans JP" panose="020B0200000000000000" pitchFamily="34" charset="-122"/>
                <a:ea typeface="Noto Sans JP" panose="020B0200000000000000" pitchFamily="34" charset="-122"/>
              </a:rPr>
              <a:t>      </a:t>
            </a:r>
            <a:r>
              <a:rPr lang="ja-JP" altLang="en-US" sz="2800" b="0" i="0" dirty="0">
                <a:solidFill>
                  <a:srgbClr val="1A202C"/>
                </a:solidFill>
                <a:effectLst/>
                <a:latin typeface="Noto Sans JP" panose="020B0200000000000000" pitchFamily="34" charset="-122"/>
                <a:ea typeface="Noto Sans JP" panose="020B0200000000000000" pitchFamily="34" charset="-122"/>
              </a:rPr>
              <a:t>ノルディック・モデル（全人の福祉）</a:t>
            </a:r>
          </a:p>
        </p:txBody>
      </p:sp>
      <p:sp>
        <p:nvSpPr>
          <p:cNvPr id="8" name="文本框 7">
            <a:extLst>
              <a:ext uri="{FF2B5EF4-FFF2-40B4-BE49-F238E27FC236}">
                <a16:creationId xmlns:a16="http://schemas.microsoft.com/office/drawing/2014/main" id="{9B6C0214-6810-A4FC-9C27-D5D2DE7DE96A}"/>
              </a:ext>
            </a:extLst>
          </p:cNvPr>
          <p:cNvSpPr txBox="1"/>
          <p:nvPr/>
        </p:nvSpPr>
        <p:spPr>
          <a:xfrm>
            <a:off x="717210" y="626131"/>
            <a:ext cx="6097162" cy="646331"/>
          </a:xfrm>
          <a:prstGeom prst="rect">
            <a:avLst/>
          </a:prstGeom>
          <a:noFill/>
        </p:spPr>
        <p:txBody>
          <a:bodyPr wrap="square">
            <a:spAutoFit/>
          </a:bodyPr>
          <a:lstStyle/>
          <a:p>
            <a:pPr>
              <a:spcAft>
                <a:spcPts val="3000"/>
              </a:spcAft>
            </a:pPr>
            <a:r>
              <a:rPr lang="ja-JP" altLang="en-US" sz="3600" b="1" i="0" dirty="0">
                <a:solidFill>
                  <a:srgbClr val="003580"/>
                </a:solidFill>
                <a:effectLst/>
                <a:latin typeface="Noto Sans JP" panose="020B0200000000000000" pitchFamily="34" charset="-122"/>
                <a:ea typeface="Noto Sans JP" panose="020B0200000000000000" pitchFamily="34" charset="-122"/>
              </a:rPr>
              <a:t>国・地域の紹介</a:t>
            </a:r>
          </a:p>
        </p:txBody>
      </p:sp>
      <p:pic>
        <p:nvPicPr>
          <p:cNvPr id="10" name="图片 9">
            <a:extLst>
              <a:ext uri="{FF2B5EF4-FFF2-40B4-BE49-F238E27FC236}">
                <a16:creationId xmlns:a16="http://schemas.microsoft.com/office/drawing/2014/main" id="{C8F14832-AC4A-3DA8-4A55-D2B3EBD8210A}"/>
              </a:ext>
            </a:extLst>
          </p:cNvPr>
          <p:cNvPicPr>
            <a:picLocks noChangeAspect="1"/>
          </p:cNvPicPr>
          <p:nvPr/>
        </p:nvPicPr>
        <p:blipFill>
          <a:blip r:embed="rId2"/>
          <a:stretch>
            <a:fillRect/>
          </a:stretch>
        </p:blipFill>
        <p:spPr>
          <a:xfrm>
            <a:off x="7406998" y="3275557"/>
            <a:ext cx="4239601" cy="324064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96463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5C7A6E1-D382-F3A1-F6AC-E5352FE69E6F}"/>
              </a:ext>
            </a:extLst>
          </p:cNvPr>
          <p:cNvSpPr txBox="1"/>
          <p:nvPr/>
        </p:nvSpPr>
        <p:spPr>
          <a:xfrm>
            <a:off x="1517020" y="565702"/>
            <a:ext cx="9157960" cy="1015663"/>
          </a:xfrm>
          <a:prstGeom prst="rect">
            <a:avLst/>
          </a:prstGeom>
          <a:noFill/>
        </p:spPr>
        <p:txBody>
          <a:bodyPr wrap="square">
            <a:spAutoFit/>
          </a:bodyPr>
          <a:lstStyle/>
          <a:p>
            <a:pPr algn="ctr">
              <a:spcAft>
                <a:spcPts val="3000"/>
              </a:spcAft>
            </a:pPr>
            <a:r>
              <a:rPr lang="ja-JP" altLang="en-US" sz="6000" b="1" i="0" dirty="0">
                <a:solidFill>
                  <a:srgbClr val="003580"/>
                </a:solidFill>
                <a:effectLst/>
                <a:latin typeface="Noto Sans JP" panose="020B0200000000000000" pitchFamily="34" charset="-122"/>
                <a:ea typeface="Noto Sans JP" panose="020B0200000000000000" pitchFamily="34" charset="-122"/>
              </a:rPr>
              <a:t>フィンランド教育の特徴</a:t>
            </a:r>
          </a:p>
        </p:txBody>
      </p:sp>
      <p:sp>
        <p:nvSpPr>
          <p:cNvPr id="6" name="文本框 5">
            <a:extLst>
              <a:ext uri="{FF2B5EF4-FFF2-40B4-BE49-F238E27FC236}">
                <a16:creationId xmlns:a16="http://schemas.microsoft.com/office/drawing/2014/main" id="{C6881CAA-BC2F-FE4F-146F-4DDC86167CAF}"/>
              </a:ext>
            </a:extLst>
          </p:cNvPr>
          <p:cNvSpPr txBox="1"/>
          <p:nvPr/>
        </p:nvSpPr>
        <p:spPr>
          <a:xfrm>
            <a:off x="1517020" y="2244839"/>
            <a:ext cx="6097162" cy="3144451"/>
          </a:xfrm>
          <a:prstGeom prst="rect">
            <a:avLst/>
          </a:prstGeom>
          <a:noFill/>
        </p:spPr>
        <p:txBody>
          <a:bodyPr wrap="square">
            <a:spAutoFit/>
          </a:bodyPr>
          <a:lstStyle/>
          <a:p>
            <a:pPr marL="285750" indent="-285750">
              <a:spcAft>
                <a:spcPts val="1125"/>
              </a:spcAft>
              <a:buFont typeface="Arial" panose="020B0604020202020204" pitchFamily="34" charset="0"/>
              <a:buChar char="•"/>
            </a:pPr>
            <a:r>
              <a:rPr lang="ja-JP" altLang="en-US" sz="3600" b="1" i="0" dirty="0">
                <a:effectLst/>
                <a:latin typeface="Noto Sans JP" panose="020B0200000000000000" pitchFamily="34" charset="-122"/>
                <a:ea typeface="Noto Sans JP" panose="020B0200000000000000" pitchFamily="34" charset="-122"/>
              </a:rPr>
              <a:t>教育の平等</a:t>
            </a:r>
            <a:br>
              <a:rPr lang="en-US" altLang="ja-JP" sz="3600" b="1" i="0" dirty="0">
                <a:effectLst/>
                <a:latin typeface="Noto Sans JP" panose="020B0200000000000000" pitchFamily="34" charset="-122"/>
                <a:ea typeface="Noto Sans JP" panose="020B0200000000000000" pitchFamily="34" charset="-122"/>
              </a:rPr>
            </a:br>
            <a:endParaRPr lang="en-US" altLang="ja-JP" sz="3600" b="1" i="0" dirty="0">
              <a:effectLst/>
              <a:latin typeface="Noto Sans JP" panose="020B0200000000000000" pitchFamily="34" charset="-122"/>
              <a:ea typeface="Noto Sans JP" panose="020B0200000000000000" pitchFamily="34" charset="-122"/>
            </a:endParaRPr>
          </a:p>
          <a:p>
            <a:pPr marL="285750" indent="-285750">
              <a:spcAft>
                <a:spcPts val="1125"/>
              </a:spcAft>
              <a:buFont typeface="Arial" panose="020B0604020202020204" pitchFamily="34" charset="0"/>
              <a:buChar char="•"/>
            </a:pPr>
            <a:r>
              <a:rPr lang="ja-JP" altLang="en-US" sz="3600" b="1" dirty="0">
                <a:latin typeface="Noto Sans JP" panose="020B0200000000000000" pitchFamily="34" charset="-122"/>
                <a:ea typeface="Noto Sans JP" panose="020B0200000000000000" pitchFamily="34" charset="-122"/>
              </a:rPr>
              <a:t>高い教員資格</a:t>
            </a:r>
            <a:br>
              <a:rPr lang="en-US" altLang="ja-JP" sz="3600" b="1" dirty="0">
                <a:latin typeface="Noto Sans JP" panose="020B0200000000000000" pitchFamily="34" charset="-122"/>
                <a:ea typeface="Noto Sans JP" panose="020B0200000000000000" pitchFamily="34" charset="-122"/>
              </a:rPr>
            </a:br>
            <a:endParaRPr lang="ja-JP" altLang="en-US" sz="3600" b="1" dirty="0">
              <a:latin typeface="Noto Sans JP" panose="020B0200000000000000" pitchFamily="34" charset="-122"/>
              <a:ea typeface="Noto Sans JP" panose="020B0200000000000000" pitchFamily="34" charset="-122"/>
            </a:endParaRPr>
          </a:p>
          <a:p>
            <a:pPr marL="285750" indent="-285750">
              <a:spcAft>
                <a:spcPts val="1125"/>
              </a:spcAft>
              <a:buFont typeface="Arial" panose="020B0604020202020204" pitchFamily="34" charset="0"/>
              <a:buChar char="•"/>
            </a:pPr>
            <a:r>
              <a:rPr lang="ja-JP" altLang="en-US" sz="3600" b="1" dirty="0">
                <a:latin typeface="Noto Sans JP" panose="020B0200000000000000" pitchFamily="34" charset="-122"/>
                <a:ea typeface="Noto Sans JP" panose="020B0200000000000000" pitchFamily="34" charset="-122"/>
              </a:rPr>
              <a:t>遊びと自律性</a:t>
            </a:r>
          </a:p>
        </p:txBody>
      </p:sp>
      <p:pic>
        <p:nvPicPr>
          <p:cNvPr id="9" name="图片 8">
            <a:extLst>
              <a:ext uri="{FF2B5EF4-FFF2-40B4-BE49-F238E27FC236}">
                <a16:creationId xmlns:a16="http://schemas.microsoft.com/office/drawing/2014/main" id="{235FC075-D27E-4114-F2C5-66F4658634BD}"/>
              </a:ext>
            </a:extLst>
          </p:cNvPr>
          <p:cNvPicPr>
            <a:picLocks noChangeAspect="1"/>
          </p:cNvPicPr>
          <p:nvPr/>
        </p:nvPicPr>
        <p:blipFill>
          <a:blip r:embed="rId2"/>
          <a:stretch>
            <a:fillRect/>
          </a:stretch>
        </p:blipFill>
        <p:spPr>
          <a:xfrm>
            <a:off x="6753692" y="1924945"/>
            <a:ext cx="3780697" cy="3784237"/>
          </a:xfrm>
          <a:prstGeom prst="rect">
            <a:avLst/>
          </a:prstGeom>
        </p:spPr>
      </p:pic>
    </p:spTree>
    <p:extLst>
      <p:ext uri="{BB962C8B-B14F-4D97-AF65-F5344CB8AC3E}">
        <p14:creationId xmlns:p14="http://schemas.microsoft.com/office/powerpoint/2010/main" val="31274573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F6231-CE51-C878-5FDB-21068C2285B8}"/>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5396F086-2715-396D-F399-03F956A498F4}"/>
              </a:ext>
            </a:extLst>
          </p:cNvPr>
          <p:cNvSpPr txBox="1"/>
          <p:nvPr/>
        </p:nvSpPr>
        <p:spPr>
          <a:xfrm>
            <a:off x="717210" y="2665970"/>
            <a:ext cx="10827963" cy="1895391"/>
          </a:xfrm>
          <a:prstGeom prst="rect">
            <a:avLst/>
          </a:prstGeom>
          <a:noFill/>
        </p:spPr>
        <p:txBody>
          <a:bodyPr wrap="square">
            <a:spAutoFit/>
          </a:bodyPr>
          <a:lstStyle/>
          <a:p>
            <a:pPr>
              <a:spcAft>
                <a:spcPts val="1125"/>
              </a:spcAft>
              <a:buNone/>
            </a:pPr>
            <a:r>
              <a:rPr lang="ja-JP" altLang="en-US" sz="3600" b="1" i="0" dirty="0">
                <a:effectLst/>
                <a:latin typeface="Noto Sans JP" panose="020B0200000000000000" pitchFamily="34" charset="-122"/>
                <a:ea typeface="Noto Sans JP" panose="020B0200000000000000" pitchFamily="34" charset="-122"/>
              </a:rPr>
              <a:t>教育の平等</a:t>
            </a:r>
          </a:p>
          <a:p>
            <a:pPr>
              <a:buNone/>
            </a:pPr>
            <a:r>
              <a:rPr lang="ja-JP" altLang="en-US" sz="3600" b="0" i="0" dirty="0">
                <a:effectLst/>
                <a:latin typeface="Noto Sans JP" panose="020B0200000000000000" pitchFamily="34" charset="-122"/>
                <a:ea typeface="Noto Sans JP" panose="020B0200000000000000" pitchFamily="34" charset="-122"/>
              </a:rPr>
              <a:t>家庭環境に関わらず、</a:t>
            </a:r>
            <a:r>
              <a:rPr lang="ja-JP" altLang="en-US" sz="3600" b="1" i="0" dirty="0">
                <a:solidFill>
                  <a:srgbClr val="FF0000"/>
                </a:solidFill>
                <a:effectLst/>
                <a:latin typeface="Noto Sans JP" panose="020B0200000000000000" pitchFamily="34" charset="-122"/>
                <a:ea typeface="Noto Sans JP" panose="020B0200000000000000" pitchFamily="34" charset="-122"/>
              </a:rPr>
              <a:t>すべての子供</a:t>
            </a:r>
            <a:r>
              <a:rPr lang="ja-JP" altLang="en-US" sz="3600" b="0" i="0" dirty="0">
                <a:effectLst/>
                <a:latin typeface="Noto Sans JP" panose="020B0200000000000000" pitchFamily="34" charset="-122"/>
                <a:ea typeface="Noto Sans JP" panose="020B0200000000000000" pitchFamily="34" charset="-122"/>
              </a:rPr>
              <a:t>が質の高い教育を無償で受けられる体制。</a:t>
            </a:r>
            <a:endParaRPr lang="en-US" altLang="ja-JP" sz="3600" b="0" i="0" dirty="0">
              <a:effectLst/>
              <a:latin typeface="Noto Sans JP" panose="020B0200000000000000" pitchFamily="34" charset="-122"/>
              <a:ea typeface="Noto Sans JP" panose="020B0200000000000000" pitchFamily="34" charset="-122"/>
            </a:endParaRPr>
          </a:p>
        </p:txBody>
      </p:sp>
      <p:sp>
        <p:nvSpPr>
          <p:cNvPr id="5" name="文本框 4">
            <a:extLst>
              <a:ext uri="{FF2B5EF4-FFF2-40B4-BE49-F238E27FC236}">
                <a16:creationId xmlns:a16="http://schemas.microsoft.com/office/drawing/2014/main" id="{CBCA2F6F-6C30-D6BC-C4F9-957750668272}"/>
              </a:ext>
            </a:extLst>
          </p:cNvPr>
          <p:cNvSpPr txBox="1"/>
          <p:nvPr/>
        </p:nvSpPr>
        <p:spPr>
          <a:xfrm>
            <a:off x="717210" y="626131"/>
            <a:ext cx="6097162" cy="646331"/>
          </a:xfrm>
          <a:prstGeom prst="rect">
            <a:avLst/>
          </a:prstGeom>
          <a:noFill/>
        </p:spPr>
        <p:txBody>
          <a:bodyPr wrap="square">
            <a:spAutoFit/>
          </a:bodyPr>
          <a:lstStyle/>
          <a:p>
            <a:pPr>
              <a:spcAft>
                <a:spcPts val="3000"/>
              </a:spcAft>
            </a:pPr>
            <a:r>
              <a:rPr lang="ja-JP" altLang="en-US" sz="3600" b="1" i="0" dirty="0">
                <a:solidFill>
                  <a:srgbClr val="003580"/>
                </a:solidFill>
                <a:effectLst/>
                <a:latin typeface="Noto Sans JP" panose="020B0200000000000000" pitchFamily="34" charset="-122"/>
                <a:ea typeface="Noto Sans JP" panose="020B0200000000000000" pitchFamily="34" charset="-122"/>
              </a:rPr>
              <a:t>フィンランド教育の特徴</a:t>
            </a:r>
          </a:p>
        </p:txBody>
      </p:sp>
      <p:pic>
        <p:nvPicPr>
          <p:cNvPr id="6146" name="Picture 2" descr="日本小人插图- 抖音">
            <a:extLst>
              <a:ext uri="{FF2B5EF4-FFF2-40B4-BE49-F238E27FC236}">
                <a16:creationId xmlns:a16="http://schemas.microsoft.com/office/drawing/2014/main" id="{7B467A20-1EC4-F178-6B49-0138724FC1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87091" y="626131"/>
            <a:ext cx="1658082" cy="1828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3566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833DD-8857-885D-B68A-D1AC43752E16}"/>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F67EF0D7-88F3-9850-6CD7-7BFF36E5A568}"/>
              </a:ext>
            </a:extLst>
          </p:cNvPr>
          <p:cNvSpPr txBox="1"/>
          <p:nvPr/>
        </p:nvSpPr>
        <p:spPr>
          <a:xfrm>
            <a:off x="737860" y="2665970"/>
            <a:ext cx="10716280" cy="1895391"/>
          </a:xfrm>
          <a:prstGeom prst="rect">
            <a:avLst/>
          </a:prstGeom>
          <a:noFill/>
        </p:spPr>
        <p:txBody>
          <a:bodyPr wrap="square">
            <a:spAutoFit/>
          </a:bodyPr>
          <a:lstStyle/>
          <a:p>
            <a:pPr>
              <a:spcAft>
                <a:spcPts val="1125"/>
              </a:spcAft>
              <a:buNone/>
            </a:pPr>
            <a:r>
              <a:rPr lang="ja-JP" altLang="en-US" sz="3600" b="1" i="0" dirty="0">
                <a:effectLst/>
                <a:latin typeface="Noto Sans JP" panose="020B0200000000000000" pitchFamily="34" charset="-122"/>
                <a:ea typeface="Noto Sans JP" panose="020B0200000000000000" pitchFamily="34" charset="-122"/>
              </a:rPr>
              <a:t>高い教員資格</a:t>
            </a:r>
          </a:p>
          <a:p>
            <a:pPr>
              <a:buNone/>
            </a:pPr>
            <a:r>
              <a:rPr lang="ja-JP" altLang="en-US" sz="3600" b="1" i="0" dirty="0">
                <a:solidFill>
                  <a:srgbClr val="FF0000"/>
                </a:solidFill>
                <a:effectLst/>
                <a:latin typeface="Noto Sans JP" panose="020B0200000000000000" pitchFamily="34" charset="-122"/>
                <a:ea typeface="Noto Sans JP" panose="020B0200000000000000" pitchFamily="34" charset="-122"/>
              </a:rPr>
              <a:t>全教員</a:t>
            </a:r>
            <a:r>
              <a:rPr lang="ja-JP" altLang="en-US" sz="3600" b="0" i="0" dirty="0">
                <a:effectLst/>
                <a:latin typeface="Noto Sans JP" panose="020B0200000000000000" pitchFamily="34" charset="-122"/>
                <a:ea typeface="Noto Sans JP" panose="020B0200000000000000" pitchFamily="34" charset="-122"/>
              </a:rPr>
              <a:t>が修士号取得を義務付けられ、高い専門性と自律性が信頼されています。</a:t>
            </a:r>
          </a:p>
        </p:txBody>
      </p:sp>
      <p:sp>
        <p:nvSpPr>
          <p:cNvPr id="5" name="文本框 4">
            <a:extLst>
              <a:ext uri="{FF2B5EF4-FFF2-40B4-BE49-F238E27FC236}">
                <a16:creationId xmlns:a16="http://schemas.microsoft.com/office/drawing/2014/main" id="{13666F03-2A20-E9AD-5D3F-1FA9F785C1FC}"/>
              </a:ext>
            </a:extLst>
          </p:cNvPr>
          <p:cNvSpPr txBox="1"/>
          <p:nvPr/>
        </p:nvSpPr>
        <p:spPr>
          <a:xfrm>
            <a:off x="717210" y="626131"/>
            <a:ext cx="6097162" cy="646331"/>
          </a:xfrm>
          <a:prstGeom prst="rect">
            <a:avLst/>
          </a:prstGeom>
          <a:noFill/>
        </p:spPr>
        <p:txBody>
          <a:bodyPr wrap="square">
            <a:spAutoFit/>
          </a:bodyPr>
          <a:lstStyle/>
          <a:p>
            <a:pPr>
              <a:spcAft>
                <a:spcPts val="3000"/>
              </a:spcAft>
            </a:pPr>
            <a:r>
              <a:rPr lang="ja-JP" altLang="en-US" sz="3600" b="1" i="0" dirty="0">
                <a:solidFill>
                  <a:srgbClr val="003580"/>
                </a:solidFill>
                <a:effectLst/>
                <a:latin typeface="Noto Sans JP" panose="020B0200000000000000" pitchFamily="34" charset="-122"/>
                <a:ea typeface="Noto Sans JP" panose="020B0200000000000000" pitchFamily="34" charset="-122"/>
              </a:rPr>
              <a:t>フィンランド教育の特徴</a:t>
            </a:r>
          </a:p>
        </p:txBody>
      </p:sp>
      <p:pic>
        <p:nvPicPr>
          <p:cNvPr id="5122" name="Picture 2" descr="日本小人表情包之打工人篇（女生版） - 小红书">
            <a:extLst>
              <a:ext uri="{FF2B5EF4-FFF2-40B4-BE49-F238E27FC236}">
                <a16:creationId xmlns:a16="http://schemas.microsoft.com/office/drawing/2014/main" id="{4F99D200-AA00-2A8F-3937-AD84304282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6541" y="626131"/>
            <a:ext cx="1808249" cy="18655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8717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717CA-A9C6-C030-3AF4-1027B9035883}"/>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60EC3706-CD49-BC91-7FB6-16F354311008}"/>
              </a:ext>
            </a:extLst>
          </p:cNvPr>
          <p:cNvSpPr txBox="1"/>
          <p:nvPr/>
        </p:nvSpPr>
        <p:spPr>
          <a:xfrm>
            <a:off x="717210" y="2665970"/>
            <a:ext cx="10876824" cy="1895391"/>
          </a:xfrm>
          <a:prstGeom prst="rect">
            <a:avLst/>
          </a:prstGeom>
          <a:noFill/>
        </p:spPr>
        <p:txBody>
          <a:bodyPr wrap="square">
            <a:spAutoFit/>
          </a:bodyPr>
          <a:lstStyle/>
          <a:p>
            <a:pPr>
              <a:spcAft>
                <a:spcPts val="1125"/>
              </a:spcAft>
              <a:buNone/>
            </a:pPr>
            <a:r>
              <a:rPr lang="ja-JP" altLang="en-US" sz="3600" b="1" i="0" dirty="0">
                <a:effectLst/>
                <a:latin typeface="Noto Sans JP" panose="020B0200000000000000" pitchFamily="34" charset="-122"/>
                <a:ea typeface="Noto Sans JP" panose="020B0200000000000000" pitchFamily="34" charset="-122"/>
              </a:rPr>
              <a:t>遊びと自律性</a:t>
            </a:r>
          </a:p>
          <a:p>
            <a:pPr>
              <a:buNone/>
            </a:pPr>
            <a:r>
              <a:rPr lang="ja-JP" altLang="en-US" sz="3600" b="0" i="0" dirty="0">
                <a:effectLst/>
                <a:latin typeface="Noto Sans JP" panose="020B0200000000000000" pitchFamily="34" charset="-122"/>
                <a:ea typeface="Noto Sans JP" panose="020B0200000000000000" pitchFamily="34" charset="-122"/>
              </a:rPr>
              <a:t>低年齢層では</a:t>
            </a:r>
            <a:r>
              <a:rPr lang="ja-JP" altLang="en-US" sz="3600" b="1" i="0" dirty="0">
                <a:solidFill>
                  <a:srgbClr val="FF0000"/>
                </a:solidFill>
                <a:effectLst/>
                <a:latin typeface="Noto Sans JP" panose="020B0200000000000000" pitchFamily="34" charset="-122"/>
                <a:ea typeface="Noto Sans JP" panose="020B0200000000000000" pitchFamily="34" charset="-122"/>
              </a:rPr>
              <a:t>遊びを通じた学び</a:t>
            </a:r>
            <a:r>
              <a:rPr lang="ja-JP" altLang="en-US" sz="3600" b="0" i="0" dirty="0">
                <a:effectLst/>
                <a:latin typeface="Noto Sans JP" panose="020B0200000000000000" pitchFamily="34" charset="-122"/>
                <a:ea typeface="Noto Sans JP" panose="020B0200000000000000" pitchFamily="34" charset="-122"/>
              </a:rPr>
              <a:t>を重視し、標準化テストは極限まで排除。</a:t>
            </a:r>
          </a:p>
        </p:txBody>
      </p:sp>
      <p:sp>
        <p:nvSpPr>
          <p:cNvPr id="5" name="文本框 4">
            <a:extLst>
              <a:ext uri="{FF2B5EF4-FFF2-40B4-BE49-F238E27FC236}">
                <a16:creationId xmlns:a16="http://schemas.microsoft.com/office/drawing/2014/main" id="{C461D0A2-80BC-BDE0-97CB-BB37BE1EDB65}"/>
              </a:ext>
            </a:extLst>
          </p:cNvPr>
          <p:cNvSpPr txBox="1"/>
          <p:nvPr/>
        </p:nvSpPr>
        <p:spPr>
          <a:xfrm>
            <a:off x="717210" y="626131"/>
            <a:ext cx="6097162" cy="646331"/>
          </a:xfrm>
          <a:prstGeom prst="rect">
            <a:avLst/>
          </a:prstGeom>
          <a:noFill/>
        </p:spPr>
        <p:txBody>
          <a:bodyPr wrap="square">
            <a:spAutoFit/>
          </a:bodyPr>
          <a:lstStyle/>
          <a:p>
            <a:pPr>
              <a:spcAft>
                <a:spcPts val="3000"/>
              </a:spcAft>
            </a:pPr>
            <a:r>
              <a:rPr lang="ja-JP" altLang="en-US" sz="3600" b="1" i="0" dirty="0">
                <a:solidFill>
                  <a:srgbClr val="003580"/>
                </a:solidFill>
                <a:effectLst/>
                <a:latin typeface="Noto Sans JP" panose="020B0200000000000000" pitchFamily="34" charset="-122"/>
                <a:ea typeface="Noto Sans JP" panose="020B0200000000000000" pitchFamily="34" charset="-122"/>
              </a:rPr>
              <a:t>フィンランド教育の特徴</a:t>
            </a:r>
          </a:p>
        </p:txBody>
      </p:sp>
      <p:pic>
        <p:nvPicPr>
          <p:cNvPr id="4098" name="Picture 2" descr="日本插画小人图片- 抖音">
            <a:extLst>
              <a:ext uri="{FF2B5EF4-FFF2-40B4-BE49-F238E27FC236}">
                <a16:creationId xmlns:a16="http://schemas.microsoft.com/office/drawing/2014/main" id="{59F991E7-B7F9-A0DC-183C-C0E38EE8EA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02132" y="626131"/>
            <a:ext cx="1772658" cy="17726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8229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a:extLst>
              <a:ext uri="{FF2B5EF4-FFF2-40B4-BE49-F238E27FC236}">
                <a16:creationId xmlns:a16="http://schemas.microsoft.com/office/drawing/2014/main" id="{B5B7FC68-3ADD-530A-25FB-7AEBC2FF8078}"/>
              </a:ext>
            </a:extLst>
          </p:cNvPr>
          <p:cNvSpPr txBox="1"/>
          <p:nvPr/>
        </p:nvSpPr>
        <p:spPr>
          <a:xfrm>
            <a:off x="789145" y="3244334"/>
            <a:ext cx="9224805" cy="1415772"/>
          </a:xfrm>
          <a:prstGeom prst="rect">
            <a:avLst/>
          </a:prstGeom>
          <a:noFill/>
        </p:spPr>
        <p:txBody>
          <a:bodyPr wrap="square">
            <a:spAutoFit/>
          </a:bodyPr>
          <a:lstStyle/>
          <a:p>
            <a:endParaRPr lang="en-US" altLang="ja-JP" sz="1400" b="1" i="0" dirty="0">
              <a:effectLst/>
              <a:latin typeface="Noto Sans JP" panose="020B0200000000000000" pitchFamily="34" charset="-122"/>
              <a:ea typeface="Noto Sans JP" panose="020B0200000000000000" pitchFamily="34" charset="-122"/>
            </a:endParaRPr>
          </a:p>
          <a:p>
            <a:pPr marL="457200" indent="-457200">
              <a:buFont typeface="Arial" panose="020B0604020202020204" pitchFamily="34" charset="0"/>
              <a:buChar char="•"/>
            </a:pPr>
            <a:r>
              <a:rPr lang="en-US" altLang="ja-JP" sz="3600" b="1" dirty="0">
                <a:solidFill>
                  <a:srgbClr val="003580"/>
                </a:solidFill>
                <a:latin typeface="Noto Sans JP" panose="020B0200000000000000" pitchFamily="34" charset="-122"/>
                <a:ea typeface="Noto Sans JP" panose="020B0200000000000000" pitchFamily="34" charset="-122"/>
              </a:rPr>
              <a:t>PISA</a:t>
            </a:r>
            <a:r>
              <a:rPr lang="ja-JP" altLang="en-US" sz="3600" b="1" dirty="0">
                <a:solidFill>
                  <a:srgbClr val="003580"/>
                </a:solidFill>
                <a:latin typeface="Noto Sans JP" panose="020B0200000000000000" pitchFamily="34" charset="-122"/>
                <a:ea typeface="Noto Sans JP" panose="020B0200000000000000" pitchFamily="34" charset="-122"/>
              </a:rPr>
              <a:t>スコアの推移</a:t>
            </a:r>
            <a:br>
              <a:rPr lang="en-US" altLang="ja-JP" sz="3600" b="1" dirty="0">
                <a:solidFill>
                  <a:srgbClr val="003580"/>
                </a:solidFill>
                <a:latin typeface="Noto Sans JP" panose="020B0200000000000000" pitchFamily="34" charset="-122"/>
                <a:ea typeface="Noto Sans JP" panose="020B0200000000000000" pitchFamily="34" charset="-122"/>
              </a:rPr>
            </a:br>
            <a:r>
              <a:rPr lang="ja-JP" altLang="en-US" sz="3600" b="1" dirty="0">
                <a:solidFill>
                  <a:srgbClr val="003580"/>
                </a:solidFill>
                <a:latin typeface="Noto Sans JP" panose="020B0200000000000000" pitchFamily="34" charset="-122"/>
                <a:ea typeface="Noto Sans JP" panose="020B0200000000000000" pitchFamily="34" charset="-122"/>
              </a:rPr>
              <a:t>（</a:t>
            </a:r>
            <a:r>
              <a:rPr lang="ja-JP" altLang="en-US" sz="3600" b="1" dirty="0">
                <a:solidFill>
                  <a:srgbClr val="FF0000"/>
                </a:solidFill>
                <a:latin typeface="Noto Sans JP" panose="020B0200000000000000" pitchFamily="34" charset="-122"/>
                <a:ea typeface="Noto Sans JP" panose="020B0200000000000000" pitchFamily="34" charset="-122"/>
              </a:rPr>
              <a:t>学力の低下</a:t>
            </a:r>
            <a:r>
              <a:rPr lang="ja-JP" altLang="en-US" sz="3600" b="1" dirty="0">
                <a:solidFill>
                  <a:srgbClr val="003580"/>
                </a:solidFill>
                <a:latin typeface="Noto Sans JP" panose="020B0200000000000000" pitchFamily="34" charset="-122"/>
                <a:ea typeface="Noto Sans JP" panose="020B0200000000000000" pitchFamily="34" charset="-122"/>
              </a:rPr>
              <a:t>）</a:t>
            </a:r>
          </a:p>
        </p:txBody>
      </p:sp>
      <p:sp>
        <p:nvSpPr>
          <p:cNvPr id="14" name="文本框 13">
            <a:extLst>
              <a:ext uri="{FF2B5EF4-FFF2-40B4-BE49-F238E27FC236}">
                <a16:creationId xmlns:a16="http://schemas.microsoft.com/office/drawing/2014/main" id="{6F61D380-FC5C-FAD0-8F44-54CED0D664C0}"/>
              </a:ext>
            </a:extLst>
          </p:cNvPr>
          <p:cNvSpPr txBox="1"/>
          <p:nvPr/>
        </p:nvSpPr>
        <p:spPr>
          <a:xfrm>
            <a:off x="717210" y="626131"/>
            <a:ext cx="6097162" cy="646331"/>
          </a:xfrm>
          <a:prstGeom prst="rect">
            <a:avLst/>
          </a:prstGeom>
          <a:noFill/>
        </p:spPr>
        <p:txBody>
          <a:bodyPr wrap="square">
            <a:spAutoFit/>
          </a:bodyPr>
          <a:lstStyle/>
          <a:p>
            <a:pPr>
              <a:spcAft>
                <a:spcPts val="1500"/>
              </a:spcAft>
            </a:pPr>
            <a:r>
              <a:rPr lang="ja-JP" altLang="en-US" sz="3600" b="1" i="0" dirty="0">
                <a:effectLst/>
                <a:latin typeface="Noto Sans JP" panose="020B0200000000000000" pitchFamily="34" charset="-122"/>
                <a:ea typeface="Noto Sans JP" panose="020B0200000000000000" pitchFamily="34" charset="-122"/>
              </a:rPr>
              <a:t>直面している課題</a:t>
            </a:r>
          </a:p>
        </p:txBody>
      </p:sp>
      <p:pic>
        <p:nvPicPr>
          <p:cNvPr id="5" name="图片 4">
            <a:extLst>
              <a:ext uri="{FF2B5EF4-FFF2-40B4-BE49-F238E27FC236}">
                <a16:creationId xmlns:a16="http://schemas.microsoft.com/office/drawing/2014/main" id="{8020923C-203B-2A62-3DE9-104CA88384BB}"/>
              </a:ext>
            </a:extLst>
          </p:cNvPr>
          <p:cNvPicPr>
            <a:picLocks noChangeAspect="1"/>
          </p:cNvPicPr>
          <p:nvPr/>
        </p:nvPicPr>
        <p:blipFill>
          <a:blip r:embed="rId2"/>
          <a:stretch>
            <a:fillRect/>
          </a:stretch>
        </p:blipFill>
        <p:spPr>
          <a:xfrm>
            <a:off x="5810704" y="2253133"/>
            <a:ext cx="4534868" cy="3775442"/>
          </a:xfrm>
          <a:prstGeom prst="rect">
            <a:avLst/>
          </a:prstGeom>
        </p:spPr>
      </p:pic>
      <p:sp>
        <p:nvSpPr>
          <p:cNvPr id="7" name="文本框 6">
            <a:extLst>
              <a:ext uri="{FF2B5EF4-FFF2-40B4-BE49-F238E27FC236}">
                <a16:creationId xmlns:a16="http://schemas.microsoft.com/office/drawing/2014/main" id="{DEE1D18F-BAD0-4232-0701-55C4CAD0B54C}"/>
              </a:ext>
            </a:extLst>
          </p:cNvPr>
          <p:cNvSpPr txBox="1"/>
          <p:nvPr/>
        </p:nvSpPr>
        <p:spPr>
          <a:xfrm>
            <a:off x="1483598" y="1470410"/>
            <a:ext cx="9224804" cy="584775"/>
          </a:xfrm>
          <a:prstGeom prst="rect">
            <a:avLst/>
          </a:prstGeom>
          <a:noFill/>
        </p:spPr>
        <p:txBody>
          <a:bodyPr wrap="square">
            <a:spAutoFit/>
          </a:bodyPr>
          <a:lstStyle/>
          <a:p>
            <a:pPr algn="ctr"/>
            <a:r>
              <a:rPr lang="zh-CN" altLang="en-US" sz="3200" b="1" dirty="0">
                <a:latin typeface="Noto Sans JP" panose="020B0200000000000000" pitchFamily="34" charset="-122"/>
                <a:ea typeface="Noto Sans JP" panose="020B0200000000000000" pitchFamily="34" charset="-122"/>
              </a:rPr>
              <a:t>「</a:t>
            </a:r>
            <a:r>
              <a:rPr lang="ja-JP" altLang="en-US" sz="3200" b="1" i="0" dirty="0">
                <a:effectLst/>
                <a:latin typeface="Noto Sans JP" panose="020B0200000000000000" pitchFamily="34" charset="-122"/>
                <a:ea typeface="Noto Sans JP" panose="020B0200000000000000" pitchFamily="34" charset="-122"/>
              </a:rPr>
              <a:t>教育の理想郷」が揺らぎ始めている現状</a:t>
            </a:r>
            <a:endParaRPr lang="en-US" altLang="ja-JP" sz="3200" b="1" dirty="0">
              <a:latin typeface="Noto Sans JP" panose="020B0200000000000000" pitchFamily="34" charset="-122"/>
              <a:ea typeface="Noto Sans JP" panose="020B0200000000000000" pitchFamily="34" charset="-122"/>
            </a:endParaRPr>
          </a:p>
        </p:txBody>
      </p:sp>
      <p:sp>
        <p:nvSpPr>
          <p:cNvPr id="8" name="文本框 7">
            <a:extLst>
              <a:ext uri="{FF2B5EF4-FFF2-40B4-BE49-F238E27FC236}">
                <a16:creationId xmlns:a16="http://schemas.microsoft.com/office/drawing/2014/main" id="{5411B257-2D9F-8C37-3531-13033813778E}"/>
              </a:ext>
            </a:extLst>
          </p:cNvPr>
          <p:cNvSpPr txBox="1"/>
          <p:nvPr/>
        </p:nvSpPr>
        <p:spPr>
          <a:xfrm>
            <a:off x="5030138" y="6181128"/>
            <a:ext cx="6096000" cy="338554"/>
          </a:xfrm>
          <a:prstGeom prst="rect">
            <a:avLst/>
          </a:prstGeom>
          <a:noFill/>
        </p:spPr>
        <p:txBody>
          <a:bodyPr wrap="square">
            <a:spAutoFit/>
          </a:bodyPr>
          <a:lstStyle/>
          <a:p>
            <a:pPr algn="ctr"/>
            <a:r>
              <a:rPr lang="ja-JP" altLang="en-US" sz="1600" b="0" i="1" dirty="0">
                <a:effectLst/>
                <a:latin typeface="Noto Sans JP" panose="020B0200000000000000" pitchFamily="34" charset="-122"/>
                <a:ea typeface="Noto Sans JP" panose="020B0200000000000000" pitchFamily="34" charset="-122"/>
              </a:rPr>
              <a:t>値は</a:t>
            </a:r>
            <a:r>
              <a:rPr lang="en-US" altLang="ja-JP" sz="1600" b="0" i="1" dirty="0">
                <a:effectLst/>
                <a:latin typeface="Noto Sans JP" panose="020B0200000000000000" pitchFamily="34" charset="-122"/>
                <a:ea typeface="Noto Sans JP" panose="020B0200000000000000" pitchFamily="34" charset="-122"/>
              </a:rPr>
              <a:t>PISA</a:t>
            </a:r>
            <a:r>
              <a:rPr lang="ja-JP" altLang="en-US" sz="1600" b="0" i="1" dirty="0">
                <a:effectLst/>
                <a:latin typeface="Noto Sans JP" panose="020B0200000000000000" pitchFamily="34" charset="-122"/>
                <a:ea typeface="Noto Sans JP" panose="020B0200000000000000" pitchFamily="34" charset="-122"/>
              </a:rPr>
              <a:t>数学的リテラシー等の平均スコア（概算）</a:t>
            </a:r>
            <a:endParaRPr lang="zh-CN" altLang="en-US" sz="1600" dirty="0"/>
          </a:p>
        </p:txBody>
      </p:sp>
    </p:spTree>
    <p:extLst>
      <p:ext uri="{BB962C8B-B14F-4D97-AF65-F5344CB8AC3E}">
        <p14:creationId xmlns:p14="http://schemas.microsoft.com/office/powerpoint/2010/main" val="563973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197E2EF1-8092-E7BF-A56E-A3EBF0405543}"/>
              </a:ext>
            </a:extLst>
          </p:cNvPr>
          <p:cNvSpPr txBox="1"/>
          <p:nvPr/>
        </p:nvSpPr>
        <p:spPr>
          <a:xfrm>
            <a:off x="268313" y="1750375"/>
            <a:ext cx="11655373" cy="3877985"/>
          </a:xfrm>
          <a:prstGeom prst="rect">
            <a:avLst/>
          </a:prstGeom>
          <a:noFill/>
        </p:spPr>
        <p:txBody>
          <a:bodyPr wrap="square">
            <a:spAutoFit/>
          </a:bodyPr>
          <a:lstStyle/>
          <a:p>
            <a:pPr algn="l">
              <a:spcAft>
                <a:spcPts val="1500"/>
              </a:spcAft>
              <a:buFont typeface="Arial" panose="020B0604020202020204" pitchFamily="34" charset="0"/>
              <a:buChar char="•"/>
            </a:pPr>
            <a:r>
              <a:rPr lang="ja-JP" altLang="en-US" sz="2800" b="1" i="0" dirty="0">
                <a:solidFill>
                  <a:schemeClr val="accent2">
                    <a:lumMod val="75000"/>
                  </a:schemeClr>
                </a:solidFill>
                <a:effectLst/>
                <a:latin typeface="Noto Sans JP" panose="020B0200000000000000" pitchFamily="34" charset="-122"/>
                <a:ea typeface="Noto Sans JP" panose="020B0200000000000000" pitchFamily="34" charset="-122"/>
              </a:rPr>
              <a:t>デジタル化の影響</a:t>
            </a:r>
            <a:r>
              <a:rPr lang="en-US" altLang="ja-JP" sz="2800" b="1" i="0" dirty="0">
                <a:solidFill>
                  <a:srgbClr val="1A202C"/>
                </a:solidFill>
                <a:effectLst/>
                <a:latin typeface="Noto Sans JP" panose="020B0200000000000000" pitchFamily="34" charset="-122"/>
                <a:ea typeface="Noto Sans JP" panose="020B0200000000000000" pitchFamily="34" charset="-122"/>
              </a:rPr>
              <a:t>:</a:t>
            </a:r>
            <a:r>
              <a:rPr lang="ja-JP" altLang="en-US" sz="2800" b="0" i="0" dirty="0">
                <a:solidFill>
                  <a:srgbClr val="1A202C"/>
                </a:solidFill>
                <a:effectLst/>
                <a:latin typeface="Noto Sans JP" panose="020B0200000000000000" pitchFamily="34" charset="-122"/>
                <a:ea typeface="Noto Sans JP" panose="020B0200000000000000" pitchFamily="34" charset="-122"/>
              </a:rPr>
              <a:t> 本を読む時間の減少と集中力の低下。</a:t>
            </a:r>
            <a:endParaRPr lang="en-US" altLang="ja-JP" sz="2800" b="0" i="0" dirty="0">
              <a:solidFill>
                <a:srgbClr val="1A202C"/>
              </a:solidFill>
              <a:effectLst/>
              <a:latin typeface="Noto Sans JP" panose="020B0200000000000000" pitchFamily="34" charset="-122"/>
              <a:ea typeface="Noto Sans JP" panose="020B0200000000000000" pitchFamily="34" charset="-122"/>
            </a:endParaRPr>
          </a:p>
          <a:p>
            <a:pPr algn="l">
              <a:spcAft>
                <a:spcPts val="1500"/>
              </a:spcAft>
            </a:pPr>
            <a:endParaRPr lang="ja-JP" altLang="en-US" sz="1100" b="0" i="0" dirty="0">
              <a:solidFill>
                <a:srgbClr val="1A202C"/>
              </a:solidFill>
              <a:effectLst/>
              <a:latin typeface="Noto Sans JP" panose="020B0200000000000000" pitchFamily="34" charset="-122"/>
              <a:ea typeface="Noto Sans JP" panose="020B0200000000000000" pitchFamily="34" charset="-122"/>
            </a:endParaRPr>
          </a:p>
          <a:p>
            <a:pPr algn="l">
              <a:spcAft>
                <a:spcPts val="1500"/>
              </a:spcAft>
              <a:buFont typeface="Arial" panose="020B0604020202020204" pitchFamily="34" charset="0"/>
              <a:buChar char="•"/>
            </a:pPr>
            <a:r>
              <a:rPr lang="ja-JP" altLang="en-US" sz="2800" b="1" i="0" dirty="0">
                <a:solidFill>
                  <a:schemeClr val="accent2">
                    <a:lumMod val="75000"/>
                  </a:schemeClr>
                </a:solidFill>
                <a:effectLst/>
                <a:latin typeface="Noto Sans JP" panose="020B0200000000000000" pitchFamily="34" charset="-122"/>
                <a:ea typeface="Noto Sans JP" panose="020B0200000000000000" pitchFamily="34" charset="-122"/>
              </a:rPr>
              <a:t>自分で学ぶ学習方法には限界があり</a:t>
            </a:r>
            <a:r>
              <a:rPr lang="en-US" altLang="ja-JP" sz="2800" b="1" i="0" dirty="0">
                <a:solidFill>
                  <a:srgbClr val="1A202C"/>
                </a:solidFill>
                <a:effectLst/>
                <a:latin typeface="Noto Sans JP" panose="020B0200000000000000" pitchFamily="34" charset="-122"/>
                <a:ea typeface="Noto Sans JP" panose="020B0200000000000000" pitchFamily="34" charset="-122"/>
              </a:rPr>
              <a:t>:</a:t>
            </a:r>
            <a:r>
              <a:rPr lang="ja-JP" altLang="en-US" sz="2800" b="0" i="0" dirty="0">
                <a:solidFill>
                  <a:srgbClr val="1A202C"/>
                </a:solidFill>
                <a:effectLst/>
                <a:latin typeface="Noto Sans JP" panose="020B0200000000000000" pitchFamily="34" charset="-122"/>
                <a:ea typeface="Noto Sans JP" panose="020B0200000000000000" pitchFamily="34" charset="-122"/>
              </a:rPr>
              <a:t> 低学力層や自律性が未熟な生徒の取り残され。</a:t>
            </a:r>
            <a:endParaRPr lang="en-US" altLang="ja-JP" sz="2800" b="0" i="0" dirty="0">
              <a:solidFill>
                <a:srgbClr val="1A202C"/>
              </a:solidFill>
              <a:effectLst/>
              <a:latin typeface="Noto Sans JP" panose="020B0200000000000000" pitchFamily="34" charset="-122"/>
              <a:ea typeface="Noto Sans JP" panose="020B0200000000000000" pitchFamily="34" charset="-122"/>
            </a:endParaRPr>
          </a:p>
          <a:p>
            <a:pPr algn="l">
              <a:spcAft>
                <a:spcPts val="1500"/>
              </a:spcAft>
              <a:buFont typeface="Arial" panose="020B0604020202020204" pitchFamily="34" charset="0"/>
              <a:buChar char="•"/>
            </a:pPr>
            <a:endParaRPr lang="ja-JP" altLang="en-US" sz="1000" b="0" i="0" dirty="0">
              <a:solidFill>
                <a:srgbClr val="1A202C"/>
              </a:solidFill>
              <a:effectLst/>
              <a:latin typeface="Noto Sans JP" panose="020B0200000000000000" pitchFamily="34" charset="-122"/>
              <a:ea typeface="Noto Sans JP" panose="020B0200000000000000" pitchFamily="34" charset="-122"/>
            </a:endParaRPr>
          </a:p>
          <a:p>
            <a:pPr algn="l">
              <a:spcAft>
                <a:spcPts val="1500"/>
              </a:spcAft>
              <a:buFont typeface="Arial" panose="020B0604020202020204" pitchFamily="34" charset="0"/>
              <a:buChar char="•"/>
            </a:pPr>
            <a:r>
              <a:rPr lang="ja-JP" altLang="en-US" sz="2800" b="1" i="0" dirty="0">
                <a:solidFill>
                  <a:schemeClr val="accent2">
                    <a:lumMod val="75000"/>
                  </a:schemeClr>
                </a:solidFill>
                <a:effectLst/>
                <a:latin typeface="Noto Sans JP" panose="020B0200000000000000" pitchFamily="34" charset="-122"/>
                <a:ea typeface="Noto Sans JP" panose="020B0200000000000000" pitchFamily="34" charset="-122"/>
              </a:rPr>
              <a:t>教員の負担増</a:t>
            </a:r>
            <a:r>
              <a:rPr lang="en-US" altLang="ja-JP" sz="2800" b="1" i="0" dirty="0">
                <a:solidFill>
                  <a:srgbClr val="1A202C"/>
                </a:solidFill>
                <a:effectLst/>
                <a:latin typeface="Noto Sans JP" panose="020B0200000000000000" pitchFamily="34" charset="-122"/>
                <a:ea typeface="Noto Sans JP" panose="020B0200000000000000" pitchFamily="34" charset="-122"/>
              </a:rPr>
              <a:t>:</a:t>
            </a:r>
            <a:r>
              <a:rPr lang="ja-JP" altLang="en-US" sz="2800" b="0" i="0" dirty="0">
                <a:solidFill>
                  <a:srgbClr val="1A202C"/>
                </a:solidFill>
                <a:effectLst/>
                <a:latin typeface="Noto Sans JP" panose="020B0200000000000000" pitchFamily="34" charset="-122"/>
                <a:ea typeface="Noto Sans JP" panose="020B0200000000000000" pitchFamily="34" charset="-122"/>
              </a:rPr>
              <a:t> 学習指導要領の多様化に伴う事務作業とストレス。</a:t>
            </a:r>
            <a:endParaRPr lang="en-US" altLang="ja-JP" sz="2800" b="0" i="0" dirty="0">
              <a:solidFill>
                <a:srgbClr val="1A202C"/>
              </a:solidFill>
              <a:effectLst/>
              <a:latin typeface="Noto Sans JP" panose="020B0200000000000000" pitchFamily="34" charset="-122"/>
              <a:ea typeface="Noto Sans JP" panose="020B0200000000000000" pitchFamily="34" charset="-122"/>
            </a:endParaRPr>
          </a:p>
          <a:p>
            <a:pPr algn="l">
              <a:spcAft>
                <a:spcPts val="1500"/>
              </a:spcAft>
            </a:pPr>
            <a:endParaRPr lang="ja-JP" altLang="en-US" sz="1000" b="0" i="0" dirty="0">
              <a:solidFill>
                <a:srgbClr val="1A202C"/>
              </a:solidFill>
              <a:effectLst/>
              <a:latin typeface="Noto Sans JP" panose="020B0200000000000000" pitchFamily="34" charset="-122"/>
              <a:ea typeface="Noto Sans JP" panose="020B0200000000000000" pitchFamily="34" charset="-122"/>
            </a:endParaRPr>
          </a:p>
          <a:p>
            <a:pPr algn="l">
              <a:spcAft>
                <a:spcPts val="1500"/>
              </a:spcAft>
              <a:buFont typeface="Arial" panose="020B0604020202020204" pitchFamily="34" charset="0"/>
              <a:buChar char="•"/>
            </a:pPr>
            <a:r>
              <a:rPr lang="ja-JP" altLang="en-US" sz="2800" b="1" i="0" dirty="0">
                <a:solidFill>
                  <a:schemeClr val="accent2">
                    <a:lumMod val="75000"/>
                  </a:schemeClr>
                </a:solidFill>
                <a:effectLst/>
                <a:latin typeface="Noto Sans JP" panose="020B0200000000000000" pitchFamily="34" charset="-122"/>
                <a:ea typeface="Noto Sans JP" panose="020B0200000000000000" pitchFamily="34" charset="-122"/>
              </a:rPr>
              <a:t>学校の間格差の拡大</a:t>
            </a:r>
            <a:r>
              <a:rPr lang="en-US" altLang="ja-JP" sz="2800" b="1" i="0" dirty="0">
                <a:solidFill>
                  <a:srgbClr val="1A202C"/>
                </a:solidFill>
                <a:effectLst/>
                <a:latin typeface="Noto Sans JP" panose="020B0200000000000000" pitchFamily="34" charset="-122"/>
                <a:ea typeface="Noto Sans JP" panose="020B0200000000000000" pitchFamily="34" charset="-122"/>
              </a:rPr>
              <a:t>:</a:t>
            </a:r>
            <a:r>
              <a:rPr lang="ja-JP" altLang="en-US" sz="2800" b="0" i="0" dirty="0">
                <a:solidFill>
                  <a:srgbClr val="1A202C"/>
                </a:solidFill>
                <a:effectLst/>
                <a:latin typeface="Noto Sans JP" panose="020B0200000000000000" pitchFamily="34" charset="-122"/>
                <a:ea typeface="Noto Sans JP" panose="020B0200000000000000" pitchFamily="34" charset="-122"/>
              </a:rPr>
              <a:t> 地域や移民背景による教育格差</a:t>
            </a:r>
            <a:r>
              <a:rPr lang="ja-JP" altLang="en-US" sz="2800" dirty="0">
                <a:solidFill>
                  <a:srgbClr val="1A202C"/>
                </a:solidFill>
                <a:latin typeface="Noto Sans JP" panose="020B0200000000000000" pitchFamily="34" charset="-122"/>
                <a:ea typeface="Noto Sans JP" panose="020B0200000000000000" pitchFamily="34" charset="-122"/>
              </a:rPr>
              <a:t>がはっきり</a:t>
            </a:r>
            <a:r>
              <a:rPr lang="ja-JP" altLang="en-US" sz="2800" b="0" i="0" dirty="0">
                <a:solidFill>
                  <a:srgbClr val="1A202C"/>
                </a:solidFill>
                <a:effectLst/>
                <a:latin typeface="Noto Sans JP" panose="020B0200000000000000" pitchFamily="34" charset="-122"/>
                <a:ea typeface="Noto Sans JP" panose="020B0200000000000000" pitchFamily="34" charset="-122"/>
              </a:rPr>
              <a:t>。</a:t>
            </a:r>
          </a:p>
        </p:txBody>
      </p:sp>
      <p:sp>
        <p:nvSpPr>
          <p:cNvPr id="11" name="文本框 10">
            <a:extLst>
              <a:ext uri="{FF2B5EF4-FFF2-40B4-BE49-F238E27FC236}">
                <a16:creationId xmlns:a16="http://schemas.microsoft.com/office/drawing/2014/main" id="{5FC50666-0D6D-B7FC-3EA1-1F09C0E43147}"/>
              </a:ext>
            </a:extLst>
          </p:cNvPr>
          <p:cNvSpPr txBox="1"/>
          <p:nvPr/>
        </p:nvSpPr>
        <p:spPr>
          <a:xfrm>
            <a:off x="717210" y="626131"/>
            <a:ext cx="7526350" cy="646331"/>
          </a:xfrm>
          <a:prstGeom prst="rect">
            <a:avLst/>
          </a:prstGeom>
          <a:noFill/>
        </p:spPr>
        <p:txBody>
          <a:bodyPr wrap="square">
            <a:spAutoFit/>
          </a:bodyPr>
          <a:lstStyle/>
          <a:p>
            <a:pPr>
              <a:spcAft>
                <a:spcPts val="3000"/>
              </a:spcAft>
            </a:pPr>
            <a:r>
              <a:rPr lang="ja-JP" altLang="en-US" sz="3600" b="1" i="0" dirty="0">
                <a:solidFill>
                  <a:srgbClr val="003580"/>
                </a:solidFill>
                <a:effectLst/>
                <a:latin typeface="Noto Sans JP" panose="020B0200000000000000" pitchFamily="34" charset="-122"/>
                <a:ea typeface="Noto Sans JP" panose="020B0200000000000000" pitchFamily="34" charset="-122"/>
              </a:rPr>
              <a:t>学力低下の主な要因</a:t>
            </a:r>
          </a:p>
        </p:txBody>
      </p:sp>
      <p:pic>
        <p:nvPicPr>
          <p:cNvPr id="9218" name="Picture 2" descr="11 个日本表情包小人点子| 人, 贴纸, 屋">
            <a:extLst>
              <a:ext uri="{FF2B5EF4-FFF2-40B4-BE49-F238E27FC236}">
                <a16:creationId xmlns:a16="http://schemas.microsoft.com/office/drawing/2014/main" id="{DBD50826-7AEC-473A-E05E-D6C4AFA1E7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8576" y="312956"/>
            <a:ext cx="2190750" cy="2085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1494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5AEB9D89-44C9-9195-BB0C-8DCEE89AA6AF}"/>
              </a:ext>
            </a:extLst>
          </p:cNvPr>
          <p:cNvSpPr>
            <a:spLocks noChangeArrowheads="1"/>
          </p:cNvSpPr>
          <p:nvPr/>
        </p:nvSpPr>
        <p:spPr bwMode="auto">
          <a:xfrm>
            <a:off x="2495210" y="1561871"/>
            <a:ext cx="784259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3200" b="1" i="0" u="none" strike="noStrike" cap="none" normalizeH="0" baseline="0" dirty="0">
                <a:ln>
                  <a:noFill/>
                </a:ln>
                <a:solidFill>
                  <a:schemeClr val="tx1"/>
                </a:solidFill>
                <a:effectLst/>
                <a:latin typeface="Noto Sans JP" panose="020B0200000000000000" pitchFamily="34" charset="-122"/>
                <a:ea typeface="Noto Sans JP" panose="020B0200000000000000" pitchFamily="34" charset="-122"/>
              </a:rPr>
              <a:t>2021年の改革:</a:t>
            </a:r>
            <a:r>
              <a:rPr kumimoji="0" lang="zh-CN" altLang="zh-CN" sz="3200" b="0" i="0" u="none" strike="noStrike" cap="none" normalizeH="0" baseline="0" dirty="0">
                <a:ln>
                  <a:noFill/>
                </a:ln>
                <a:solidFill>
                  <a:schemeClr val="tx1"/>
                </a:solidFill>
                <a:effectLst/>
                <a:latin typeface="Noto Sans JP" panose="020B0200000000000000" pitchFamily="34" charset="-122"/>
                <a:ea typeface="Noto Sans JP" panose="020B0200000000000000" pitchFamily="34" charset="-122"/>
              </a:rPr>
              <a:t> 義務教育を18歳まで延長。 (以前は16歳まで) </a:t>
            </a:r>
            <a:endParaRPr lang="en-US" altLang="zh-CN" sz="3200" dirty="0">
              <a:latin typeface="Noto Sans JP" panose="020B0200000000000000" pitchFamily="34" charset="-122"/>
              <a:ea typeface="Noto Sans JP" panose="020B0200000000000000" pitchFamily="34" charset="-122"/>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zh-CN" altLang="zh-CN" sz="3200" b="0" i="0" u="none" strike="noStrike" cap="none" normalizeH="0" baseline="0" dirty="0">
              <a:ln>
                <a:noFill/>
              </a:ln>
              <a:solidFill>
                <a:schemeClr val="tx1"/>
              </a:solidFill>
              <a:effectLst/>
              <a:latin typeface="Noto Sans JP" panose="020B0200000000000000" pitchFamily="34" charset="-122"/>
              <a:ea typeface="Noto Sans JP" panose="020B0200000000000000" pitchFamily="34" charset="-122"/>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3200" b="1" i="0" u="none" strike="noStrike" cap="none" normalizeH="0" baseline="0" dirty="0">
                <a:ln>
                  <a:noFill/>
                </a:ln>
                <a:solidFill>
                  <a:schemeClr val="tx1"/>
                </a:solidFill>
                <a:effectLst/>
                <a:latin typeface="Noto Sans JP" panose="020B0200000000000000" pitchFamily="34" charset="-122"/>
                <a:ea typeface="Noto Sans JP" panose="020B0200000000000000" pitchFamily="34" charset="-122"/>
              </a:rPr>
              <a:t>完全無料化:</a:t>
            </a:r>
            <a:r>
              <a:rPr kumimoji="0" lang="zh-CN" altLang="zh-CN" sz="3200" b="0" i="0" u="none" strike="noStrike" cap="none" normalizeH="0" baseline="0" dirty="0">
                <a:ln>
                  <a:noFill/>
                </a:ln>
                <a:solidFill>
                  <a:schemeClr val="tx1"/>
                </a:solidFill>
                <a:effectLst/>
                <a:latin typeface="Noto Sans JP" panose="020B0200000000000000" pitchFamily="34" charset="-122"/>
                <a:ea typeface="Noto Sans JP" panose="020B0200000000000000" pitchFamily="34" charset="-122"/>
              </a:rPr>
              <a:t> 高校の学費、教科書、パソコン、給食がすべて無料になりました。 </a:t>
            </a:r>
            <a:endParaRPr kumimoji="0" lang="en-US" altLang="zh-CN" sz="3200" b="0" i="0" u="none" strike="noStrike" cap="none" normalizeH="0" baseline="0" dirty="0">
              <a:ln>
                <a:noFill/>
              </a:ln>
              <a:solidFill>
                <a:schemeClr val="tx1"/>
              </a:solidFill>
              <a:effectLst/>
              <a:latin typeface="Noto Sans JP" panose="020B0200000000000000" pitchFamily="34" charset="-122"/>
              <a:ea typeface="Noto Sans JP" panose="020B0200000000000000" pitchFamily="34" charset="-122"/>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zh-CN" altLang="zh-CN" sz="3200" b="0" i="0" u="none" strike="noStrike" cap="none" normalizeH="0" baseline="0" dirty="0">
              <a:ln>
                <a:noFill/>
              </a:ln>
              <a:solidFill>
                <a:schemeClr val="tx1"/>
              </a:solidFill>
              <a:effectLst/>
              <a:latin typeface="Noto Sans JP" panose="020B0200000000000000" pitchFamily="34" charset="-122"/>
              <a:ea typeface="Noto Sans JP" panose="020B0200000000000000" pitchFamily="34" charset="-122"/>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3200" b="1" i="0" u="none" strike="noStrike" cap="none" normalizeH="0" baseline="0" dirty="0">
                <a:ln>
                  <a:noFill/>
                </a:ln>
                <a:solidFill>
                  <a:schemeClr val="tx1"/>
                </a:solidFill>
                <a:effectLst/>
                <a:latin typeface="Noto Sans JP" panose="020B0200000000000000" pitchFamily="34" charset="-122"/>
                <a:ea typeface="Noto Sans JP" panose="020B0200000000000000" pitchFamily="34" charset="-122"/>
              </a:rPr>
              <a:t>狙い:</a:t>
            </a:r>
            <a:r>
              <a:rPr kumimoji="0" lang="zh-CN" altLang="zh-CN" sz="3200" b="0" i="0" u="none" strike="noStrike" cap="none" normalizeH="0" baseline="0" dirty="0">
                <a:ln>
                  <a:noFill/>
                </a:ln>
                <a:solidFill>
                  <a:schemeClr val="tx1"/>
                </a:solidFill>
                <a:effectLst/>
                <a:latin typeface="Noto Sans JP" panose="020B0200000000000000" pitchFamily="34" charset="-122"/>
                <a:ea typeface="Noto Sans JP" panose="020B0200000000000000" pitchFamily="34" charset="-122"/>
              </a:rPr>
              <a:t> 学校を</a:t>
            </a:r>
            <a:r>
              <a:rPr kumimoji="0" lang="ja-JP" altLang="en-US" sz="3200" b="0" i="0" u="none" strike="noStrike" cap="none" normalizeH="0" baseline="0" dirty="0">
                <a:ln>
                  <a:noFill/>
                </a:ln>
                <a:solidFill>
                  <a:schemeClr val="tx1"/>
                </a:solidFill>
                <a:effectLst/>
                <a:latin typeface="Noto Sans JP" panose="020B0200000000000000" pitchFamily="34" charset="-122"/>
                <a:ea typeface="Noto Sans JP" panose="020B0200000000000000" pitchFamily="34" charset="-122"/>
              </a:rPr>
              <a:t>や</a:t>
            </a:r>
            <a:r>
              <a:rPr kumimoji="0" lang="zh-CN" altLang="zh-CN" sz="3200" b="0" i="0" u="none" strike="noStrike" cap="none" normalizeH="0" baseline="0" dirty="0">
                <a:ln>
                  <a:noFill/>
                </a:ln>
                <a:solidFill>
                  <a:schemeClr val="tx1"/>
                </a:solidFill>
                <a:effectLst/>
                <a:latin typeface="Noto Sans JP" panose="020B0200000000000000" pitchFamily="34" charset="-122"/>
                <a:ea typeface="Noto Sans JP" panose="020B0200000000000000" pitchFamily="34" charset="-122"/>
              </a:rPr>
              <a:t>める若者 (ドロップアウト) を減らし、就職しやすくするためです。 </a:t>
            </a:r>
          </a:p>
        </p:txBody>
      </p:sp>
      <p:pic>
        <p:nvPicPr>
          <p:cNvPr id="8" name="图片 7">
            <a:extLst>
              <a:ext uri="{FF2B5EF4-FFF2-40B4-BE49-F238E27FC236}">
                <a16:creationId xmlns:a16="http://schemas.microsoft.com/office/drawing/2014/main" id="{E941F75E-7DBB-AD7B-D272-9E709F92F122}"/>
              </a:ext>
            </a:extLst>
          </p:cNvPr>
          <p:cNvPicPr>
            <a:picLocks noChangeAspect="1"/>
          </p:cNvPicPr>
          <p:nvPr/>
        </p:nvPicPr>
        <p:blipFill>
          <a:blip r:embed="rId2"/>
          <a:stretch>
            <a:fillRect/>
          </a:stretch>
        </p:blipFill>
        <p:spPr>
          <a:xfrm>
            <a:off x="869610" y="1659285"/>
            <a:ext cx="1278168" cy="1061671"/>
          </a:xfrm>
          <a:prstGeom prst="rect">
            <a:avLst/>
          </a:prstGeom>
          <a:ln>
            <a:noFill/>
          </a:ln>
          <a:effectLst>
            <a:outerShdw blurRad="292100" dist="139700" dir="2700000" algn="tl" rotWithShape="0">
              <a:srgbClr val="333333">
                <a:alpha val="65000"/>
              </a:srgbClr>
            </a:outerShdw>
          </a:effectLst>
        </p:spPr>
      </p:pic>
      <p:pic>
        <p:nvPicPr>
          <p:cNvPr id="10" name="图片 9">
            <a:extLst>
              <a:ext uri="{FF2B5EF4-FFF2-40B4-BE49-F238E27FC236}">
                <a16:creationId xmlns:a16="http://schemas.microsoft.com/office/drawing/2014/main" id="{3B65FFE1-5B53-977D-8A5D-12E44B0B57D1}"/>
              </a:ext>
            </a:extLst>
          </p:cNvPr>
          <p:cNvPicPr>
            <a:picLocks noChangeAspect="1"/>
          </p:cNvPicPr>
          <p:nvPr/>
        </p:nvPicPr>
        <p:blipFill>
          <a:blip r:embed="rId3"/>
          <a:stretch>
            <a:fillRect/>
          </a:stretch>
        </p:blipFill>
        <p:spPr>
          <a:xfrm>
            <a:off x="869610" y="3018569"/>
            <a:ext cx="1247702" cy="1118476"/>
          </a:xfrm>
          <a:prstGeom prst="rect">
            <a:avLst/>
          </a:prstGeom>
          <a:ln>
            <a:noFill/>
          </a:ln>
          <a:effectLst>
            <a:outerShdw blurRad="292100" dist="139700" dir="2700000" algn="tl" rotWithShape="0">
              <a:srgbClr val="333333">
                <a:alpha val="65000"/>
              </a:srgbClr>
            </a:outerShdw>
          </a:effectLst>
        </p:spPr>
      </p:pic>
      <p:pic>
        <p:nvPicPr>
          <p:cNvPr id="12" name="图片 11">
            <a:extLst>
              <a:ext uri="{FF2B5EF4-FFF2-40B4-BE49-F238E27FC236}">
                <a16:creationId xmlns:a16="http://schemas.microsoft.com/office/drawing/2014/main" id="{7BBEE062-69B1-6BD9-EB4F-1E8561EB13FE}"/>
              </a:ext>
            </a:extLst>
          </p:cNvPr>
          <p:cNvPicPr>
            <a:picLocks noChangeAspect="1"/>
          </p:cNvPicPr>
          <p:nvPr/>
        </p:nvPicPr>
        <p:blipFill>
          <a:blip r:embed="rId4"/>
          <a:stretch>
            <a:fillRect/>
          </a:stretch>
        </p:blipFill>
        <p:spPr>
          <a:xfrm>
            <a:off x="979161" y="4434658"/>
            <a:ext cx="1028600" cy="1045393"/>
          </a:xfrm>
          <a:prstGeom prst="rect">
            <a:avLst/>
          </a:prstGeom>
          <a:ln>
            <a:noFill/>
          </a:ln>
          <a:effectLst>
            <a:outerShdw blurRad="292100" dist="139700" dir="2700000" algn="tl" rotWithShape="0">
              <a:srgbClr val="333333">
                <a:alpha val="65000"/>
              </a:srgbClr>
            </a:outerShdw>
          </a:effectLst>
        </p:spPr>
      </p:pic>
      <p:sp>
        <p:nvSpPr>
          <p:cNvPr id="14" name="文本框 13">
            <a:extLst>
              <a:ext uri="{FF2B5EF4-FFF2-40B4-BE49-F238E27FC236}">
                <a16:creationId xmlns:a16="http://schemas.microsoft.com/office/drawing/2014/main" id="{060B9998-8FD3-59E2-E7DF-A3014A5ACD78}"/>
              </a:ext>
            </a:extLst>
          </p:cNvPr>
          <p:cNvSpPr txBox="1"/>
          <p:nvPr/>
        </p:nvSpPr>
        <p:spPr>
          <a:xfrm>
            <a:off x="717210" y="626131"/>
            <a:ext cx="7526350" cy="646331"/>
          </a:xfrm>
          <a:prstGeom prst="rect">
            <a:avLst/>
          </a:prstGeom>
          <a:noFill/>
        </p:spPr>
        <p:txBody>
          <a:bodyPr wrap="square">
            <a:spAutoFit/>
          </a:bodyPr>
          <a:lstStyle/>
          <a:p>
            <a:pPr>
              <a:spcAft>
                <a:spcPts val="3000"/>
              </a:spcAft>
            </a:pPr>
            <a:r>
              <a:rPr lang="ja-JP" altLang="en-US" sz="3600" b="1" i="0" dirty="0">
                <a:solidFill>
                  <a:srgbClr val="003580"/>
                </a:solidFill>
                <a:effectLst/>
                <a:latin typeface="Noto Sans JP" panose="020B0200000000000000" pitchFamily="34" charset="-122"/>
                <a:ea typeface="Noto Sans JP" panose="020B0200000000000000" pitchFamily="34" charset="-122"/>
              </a:rPr>
              <a:t>政府の対策①</a:t>
            </a:r>
            <a:r>
              <a:rPr lang="en-US" altLang="ja-JP" sz="3600" b="1" i="0" dirty="0">
                <a:solidFill>
                  <a:srgbClr val="003580"/>
                </a:solidFill>
                <a:effectLst/>
                <a:latin typeface="Noto Sans JP" panose="020B0200000000000000" pitchFamily="34" charset="-122"/>
                <a:ea typeface="Noto Sans JP" panose="020B0200000000000000" pitchFamily="34" charset="-122"/>
              </a:rPr>
              <a:t>: </a:t>
            </a:r>
            <a:r>
              <a:rPr lang="ja-JP" altLang="en-US" sz="3600" b="1" i="0" dirty="0">
                <a:solidFill>
                  <a:srgbClr val="003580"/>
                </a:solidFill>
                <a:effectLst/>
                <a:latin typeface="Noto Sans JP" panose="020B0200000000000000" pitchFamily="34" charset="-122"/>
                <a:ea typeface="Noto Sans JP" panose="020B0200000000000000" pitchFamily="34" charset="-122"/>
              </a:rPr>
              <a:t>義務教育の延長 </a:t>
            </a:r>
          </a:p>
        </p:txBody>
      </p:sp>
    </p:spTree>
    <p:extLst>
      <p:ext uri="{BB962C8B-B14F-4D97-AF65-F5344CB8AC3E}">
        <p14:creationId xmlns:p14="http://schemas.microsoft.com/office/powerpoint/2010/main" val="31959571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04D5F0A-350D-FEF5-3424-D9C5DF999DD6}"/>
              </a:ext>
            </a:extLst>
          </p:cNvPr>
          <p:cNvSpPr>
            <a:spLocks noChangeArrowheads="1"/>
          </p:cNvSpPr>
          <p:nvPr/>
        </p:nvSpPr>
        <p:spPr bwMode="auto">
          <a:xfrm>
            <a:off x="2366330" y="1836011"/>
            <a:ext cx="889652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3200" b="1" i="0" u="none" strike="noStrike" cap="none" normalizeH="0" baseline="0" dirty="0">
                <a:ln>
                  <a:noFill/>
                </a:ln>
                <a:solidFill>
                  <a:schemeClr val="tx1"/>
                </a:solidFill>
                <a:effectLst/>
                <a:latin typeface="Noto Sans JP" panose="020B0200000000000000" pitchFamily="34" charset="-122"/>
                <a:ea typeface="Noto Sans JP" panose="020B0200000000000000" pitchFamily="34" charset="-122"/>
              </a:rPr>
              <a:t>スマホ禁止法:</a:t>
            </a:r>
            <a:r>
              <a:rPr kumimoji="0" lang="zh-CN" altLang="zh-CN" sz="3200" b="0" i="0" u="none" strike="noStrike" cap="none" normalizeH="0" baseline="0" dirty="0">
                <a:ln>
                  <a:noFill/>
                </a:ln>
                <a:solidFill>
                  <a:schemeClr val="tx1"/>
                </a:solidFill>
                <a:effectLst/>
                <a:latin typeface="Noto Sans JP" panose="020B0200000000000000" pitchFamily="34" charset="-122"/>
                <a:ea typeface="Noto Sans JP" panose="020B0200000000000000" pitchFamily="34" charset="-122"/>
              </a:rPr>
              <a:t> 2025年8月から、授業中のスマホ使用を法律で制限できるようになります。 </a:t>
            </a:r>
            <a:endParaRPr kumimoji="0" lang="en-US" altLang="zh-CN" sz="3200" b="0" i="0" u="none" strike="noStrike" cap="none" normalizeH="0" baseline="0" dirty="0">
              <a:ln>
                <a:noFill/>
              </a:ln>
              <a:solidFill>
                <a:schemeClr val="tx1"/>
              </a:solidFill>
              <a:effectLst/>
              <a:latin typeface="Noto Sans JP" panose="020B0200000000000000" pitchFamily="34" charset="-122"/>
              <a:ea typeface="Noto Sans JP" panose="020B0200000000000000" pitchFamily="34" charset="-122"/>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zh-CN" altLang="zh-CN" sz="3200" b="0" i="0" u="none" strike="noStrike" cap="none" normalizeH="0" baseline="0" dirty="0">
              <a:ln>
                <a:noFill/>
              </a:ln>
              <a:solidFill>
                <a:schemeClr val="tx1"/>
              </a:solidFill>
              <a:effectLst/>
              <a:latin typeface="Noto Sans JP" panose="020B0200000000000000" pitchFamily="34" charset="-122"/>
              <a:ea typeface="Noto Sans JP" panose="020B0200000000000000" pitchFamily="34" charset="-122"/>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3200" b="1" i="0" u="none" strike="noStrike" cap="none" normalizeH="0" baseline="0" dirty="0">
                <a:ln>
                  <a:noFill/>
                </a:ln>
                <a:solidFill>
                  <a:schemeClr val="tx1"/>
                </a:solidFill>
                <a:effectLst/>
                <a:latin typeface="Noto Sans JP" panose="020B0200000000000000" pitchFamily="34" charset="-122"/>
                <a:ea typeface="Noto Sans JP" panose="020B0200000000000000" pitchFamily="34" charset="-122"/>
              </a:rPr>
              <a:t>紙の教科書の復活:</a:t>
            </a:r>
            <a:r>
              <a:rPr kumimoji="0" lang="zh-CN" altLang="zh-CN" sz="3200" b="0" i="0" u="none" strike="noStrike" cap="none" normalizeH="0" baseline="0" dirty="0">
                <a:ln>
                  <a:noFill/>
                </a:ln>
                <a:solidFill>
                  <a:schemeClr val="tx1"/>
                </a:solidFill>
                <a:effectLst/>
                <a:latin typeface="Noto Sans JP" panose="020B0200000000000000" pitchFamily="34" charset="-122"/>
                <a:ea typeface="Noto Sans JP" panose="020B0200000000000000" pitchFamily="34" charset="-122"/>
              </a:rPr>
              <a:t> デジタル偏重を見直し、紙の本を使う授業に戻りつつあります。 </a:t>
            </a:r>
            <a:endParaRPr kumimoji="0" lang="en-US" altLang="zh-CN" sz="3200" b="0" i="0" u="none" strike="noStrike" cap="none" normalizeH="0" baseline="0" dirty="0">
              <a:ln>
                <a:noFill/>
              </a:ln>
              <a:solidFill>
                <a:schemeClr val="tx1"/>
              </a:solidFill>
              <a:effectLst/>
              <a:latin typeface="Noto Sans JP" panose="020B0200000000000000" pitchFamily="34" charset="-122"/>
              <a:ea typeface="Noto Sans JP" panose="020B0200000000000000" pitchFamily="34" charset="-122"/>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zh-CN" altLang="zh-CN" sz="3200" b="0" i="0" u="none" strike="noStrike" cap="none" normalizeH="0" baseline="0" dirty="0">
              <a:ln>
                <a:noFill/>
              </a:ln>
              <a:solidFill>
                <a:schemeClr val="tx1"/>
              </a:solidFill>
              <a:effectLst/>
              <a:latin typeface="Noto Sans JP" panose="020B0200000000000000" pitchFamily="34" charset="-122"/>
              <a:ea typeface="Noto Sans JP" panose="020B0200000000000000" pitchFamily="34" charset="-122"/>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3200" b="1" i="0" u="none" strike="noStrike" cap="none" normalizeH="0" baseline="0" dirty="0">
                <a:ln>
                  <a:noFill/>
                </a:ln>
                <a:solidFill>
                  <a:schemeClr val="tx1"/>
                </a:solidFill>
                <a:effectLst/>
                <a:latin typeface="Noto Sans JP" panose="020B0200000000000000" pitchFamily="34" charset="-122"/>
                <a:ea typeface="Noto Sans JP" panose="020B0200000000000000" pitchFamily="34" charset="-122"/>
              </a:rPr>
              <a:t>授業時間の増加:</a:t>
            </a:r>
            <a:r>
              <a:rPr kumimoji="0" lang="zh-CN" altLang="zh-CN" sz="3200" b="0" i="0" u="none" strike="noStrike" cap="none" normalizeH="0" baseline="0" dirty="0">
                <a:ln>
                  <a:noFill/>
                </a:ln>
                <a:solidFill>
                  <a:schemeClr val="tx1"/>
                </a:solidFill>
                <a:effectLst/>
                <a:latin typeface="Noto Sans JP" panose="020B0200000000000000" pitchFamily="34" charset="-122"/>
                <a:ea typeface="Noto Sans JP" panose="020B0200000000000000" pitchFamily="34" charset="-122"/>
              </a:rPr>
              <a:t> 数学と国語 (フィンランド語) の時間を増やし、基礎学力を高めます。 </a:t>
            </a:r>
          </a:p>
        </p:txBody>
      </p:sp>
      <p:sp>
        <p:nvSpPr>
          <p:cNvPr id="5" name="文本框 4">
            <a:extLst>
              <a:ext uri="{FF2B5EF4-FFF2-40B4-BE49-F238E27FC236}">
                <a16:creationId xmlns:a16="http://schemas.microsoft.com/office/drawing/2014/main" id="{30F9C1A6-7CF6-F210-2578-341A47A5DAF3}"/>
              </a:ext>
            </a:extLst>
          </p:cNvPr>
          <p:cNvSpPr txBox="1"/>
          <p:nvPr/>
        </p:nvSpPr>
        <p:spPr>
          <a:xfrm>
            <a:off x="717210" y="626131"/>
            <a:ext cx="7526350" cy="646331"/>
          </a:xfrm>
          <a:prstGeom prst="rect">
            <a:avLst/>
          </a:prstGeom>
          <a:noFill/>
        </p:spPr>
        <p:txBody>
          <a:bodyPr wrap="square">
            <a:spAutoFit/>
          </a:bodyPr>
          <a:lstStyle/>
          <a:p>
            <a:pPr>
              <a:spcAft>
                <a:spcPts val="3000"/>
              </a:spcAft>
            </a:pPr>
            <a:r>
              <a:rPr lang="ja-JP" altLang="en-US" sz="3600" b="1" i="0" dirty="0">
                <a:solidFill>
                  <a:srgbClr val="003580"/>
                </a:solidFill>
                <a:effectLst/>
                <a:latin typeface="Noto Sans JP" panose="020B0200000000000000" pitchFamily="34" charset="-122"/>
                <a:ea typeface="Noto Sans JP" panose="020B0200000000000000" pitchFamily="34" charset="-122"/>
              </a:rPr>
              <a:t>政府の対策②</a:t>
            </a:r>
            <a:r>
              <a:rPr lang="en-US" altLang="ja-JP" sz="3600" b="1" i="0" dirty="0">
                <a:solidFill>
                  <a:srgbClr val="003580"/>
                </a:solidFill>
                <a:effectLst/>
                <a:latin typeface="Noto Sans JP" panose="020B0200000000000000" pitchFamily="34" charset="-122"/>
                <a:ea typeface="Noto Sans JP" panose="020B0200000000000000" pitchFamily="34" charset="-122"/>
              </a:rPr>
              <a:t>: </a:t>
            </a:r>
            <a:r>
              <a:rPr lang="ja-JP" altLang="en-US" sz="3600" b="1" i="0" dirty="0">
                <a:solidFill>
                  <a:srgbClr val="003580"/>
                </a:solidFill>
                <a:effectLst/>
                <a:latin typeface="Noto Sans JP" panose="020B0200000000000000" pitchFamily="34" charset="-122"/>
                <a:ea typeface="Noto Sans JP" panose="020B0200000000000000" pitchFamily="34" charset="-122"/>
              </a:rPr>
              <a:t>「基礎への回帰」 </a:t>
            </a:r>
          </a:p>
        </p:txBody>
      </p:sp>
      <p:pic>
        <p:nvPicPr>
          <p:cNvPr id="7" name="图片 6">
            <a:extLst>
              <a:ext uri="{FF2B5EF4-FFF2-40B4-BE49-F238E27FC236}">
                <a16:creationId xmlns:a16="http://schemas.microsoft.com/office/drawing/2014/main" id="{D7CAEBB3-B545-9D00-F21D-A7511F59C5B9}"/>
              </a:ext>
            </a:extLst>
          </p:cNvPr>
          <p:cNvPicPr>
            <a:picLocks noChangeAspect="1"/>
          </p:cNvPicPr>
          <p:nvPr/>
        </p:nvPicPr>
        <p:blipFill>
          <a:blip r:embed="rId2"/>
          <a:stretch>
            <a:fillRect/>
          </a:stretch>
        </p:blipFill>
        <p:spPr>
          <a:xfrm>
            <a:off x="785381" y="1827942"/>
            <a:ext cx="1184970" cy="1078966"/>
          </a:xfrm>
          <a:prstGeom prst="rect">
            <a:avLst/>
          </a:prstGeom>
          <a:ln>
            <a:noFill/>
          </a:ln>
          <a:effectLst>
            <a:outerShdw blurRad="292100" dist="139700" dir="2700000" algn="tl" rotWithShape="0">
              <a:srgbClr val="333333">
                <a:alpha val="65000"/>
              </a:srgbClr>
            </a:outerShdw>
          </a:effectLst>
        </p:spPr>
      </p:pic>
      <p:pic>
        <p:nvPicPr>
          <p:cNvPr id="9" name="图片 8">
            <a:extLst>
              <a:ext uri="{FF2B5EF4-FFF2-40B4-BE49-F238E27FC236}">
                <a16:creationId xmlns:a16="http://schemas.microsoft.com/office/drawing/2014/main" id="{0A0D711E-8233-7717-0FC5-7A15C5D61757}"/>
              </a:ext>
            </a:extLst>
          </p:cNvPr>
          <p:cNvPicPr>
            <a:picLocks noChangeAspect="1"/>
          </p:cNvPicPr>
          <p:nvPr/>
        </p:nvPicPr>
        <p:blipFill>
          <a:blip r:embed="rId3"/>
          <a:stretch>
            <a:fillRect/>
          </a:stretch>
        </p:blipFill>
        <p:spPr>
          <a:xfrm>
            <a:off x="722326" y="3233534"/>
            <a:ext cx="1311080" cy="1019297"/>
          </a:xfrm>
          <a:prstGeom prst="rect">
            <a:avLst/>
          </a:prstGeom>
          <a:ln>
            <a:noFill/>
          </a:ln>
          <a:effectLst>
            <a:outerShdw blurRad="292100" dist="139700" dir="2700000" algn="tl" rotWithShape="0">
              <a:srgbClr val="333333">
                <a:alpha val="65000"/>
              </a:srgbClr>
            </a:outerShdw>
          </a:effectLst>
        </p:spPr>
      </p:pic>
      <p:pic>
        <p:nvPicPr>
          <p:cNvPr id="11" name="图片 10">
            <a:extLst>
              <a:ext uri="{FF2B5EF4-FFF2-40B4-BE49-F238E27FC236}">
                <a16:creationId xmlns:a16="http://schemas.microsoft.com/office/drawing/2014/main" id="{2CEF1268-DE1E-355F-4C80-0DD928EF5A50}"/>
              </a:ext>
            </a:extLst>
          </p:cNvPr>
          <p:cNvPicPr>
            <a:picLocks noChangeAspect="1"/>
          </p:cNvPicPr>
          <p:nvPr/>
        </p:nvPicPr>
        <p:blipFill>
          <a:blip r:embed="rId4"/>
          <a:stretch>
            <a:fillRect/>
          </a:stretch>
        </p:blipFill>
        <p:spPr>
          <a:xfrm>
            <a:off x="717210" y="4687405"/>
            <a:ext cx="1321311" cy="101929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86282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DB54656C-6922-325A-FE08-0A78EB44DD9E}"/>
              </a:ext>
            </a:extLst>
          </p:cNvPr>
          <p:cNvSpPr txBox="1"/>
          <p:nvPr/>
        </p:nvSpPr>
        <p:spPr>
          <a:xfrm>
            <a:off x="717210" y="626131"/>
            <a:ext cx="7526350" cy="646331"/>
          </a:xfrm>
          <a:prstGeom prst="rect">
            <a:avLst/>
          </a:prstGeom>
          <a:noFill/>
        </p:spPr>
        <p:txBody>
          <a:bodyPr wrap="square">
            <a:spAutoFit/>
          </a:bodyPr>
          <a:lstStyle/>
          <a:p>
            <a:pPr>
              <a:spcAft>
                <a:spcPts val="3000"/>
              </a:spcAft>
            </a:pPr>
            <a:r>
              <a:rPr lang="ja-JP" altLang="en-US" sz="3600" b="1" i="0" dirty="0">
                <a:solidFill>
                  <a:srgbClr val="003580"/>
                </a:solidFill>
                <a:effectLst/>
                <a:latin typeface="Noto Sans JP" panose="020B0200000000000000" pitchFamily="34" charset="-122"/>
                <a:ea typeface="Noto Sans JP" panose="020B0200000000000000" pitchFamily="34" charset="-122"/>
              </a:rPr>
              <a:t>これまでの対策：</a:t>
            </a:r>
            <a:r>
              <a:rPr lang="en-US" altLang="ja-JP" sz="3600" b="1" i="0" dirty="0">
                <a:solidFill>
                  <a:srgbClr val="003580"/>
                </a:solidFill>
                <a:effectLst/>
                <a:latin typeface="Noto Sans JP" panose="020B0200000000000000" pitchFamily="34" charset="-122"/>
                <a:ea typeface="Noto Sans JP" panose="020B0200000000000000" pitchFamily="34" charset="-122"/>
              </a:rPr>
              <a:t>2016</a:t>
            </a:r>
            <a:r>
              <a:rPr lang="ja-JP" altLang="en-US" sz="3600" b="1" i="0" dirty="0">
                <a:solidFill>
                  <a:srgbClr val="003580"/>
                </a:solidFill>
                <a:effectLst/>
                <a:latin typeface="Noto Sans JP" panose="020B0200000000000000" pitchFamily="34" charset="-122"/>
                <a:ea typeface="Noto Sans JP" panose="020B0200000000000000" pitchFamily="34" charset="-122"/>
              </a:rPr>
              <a:t>年改革</a:t>
            </a:r>
          </a:p>
        </p:txBody>
      </p:sp>
      <p:sp>
        <p:nvSpPr>
          <p:cNvPr id="8" name="文本框 7">
            <a:extLst>
              <a:ext uri="{FF2B5EF4-FFF2-40B4-BE49-F238E27FC236}">
                <a16:creationId xmlns:a16="http://schemas.microsoft.com/office/drawing/2014/main" id="{B91F5F80-2C5D-7E10-DE29-584139DE9329}"/>
              </a:ext>
            </a:extLst>
          </p:cNvPr>
          <p:cNvSpPr txBox="1"/>
          <p:nvPr/>
        </p:nvSpPr>
        <p:spPr>
          <a:xfrm>
            <a:off x="717210" y="1624031"/>
            <a:ext cx="11602138" cy="4008790"/>
          </a:xfrm>
          <a:prstGeom prst="rect">
            <a:avLst/>
          </a:prstGeom>
          <a:noFill/>
        </p:spPr>
        <p:txBody>
          <a:bodyPr wrap="square">
            <a:spAutoFit/>
          </a:bodyPr>
          <a:lstStyle/>
          <a:p>
            <a:pPr algn="l">
              <a:spcAft>
                <a:spcPts val="1500"/>
              </a:spcAft>
              <a:buNone/>
            </a:pPr>
            <a:r>
              <a:rPr lang="ja-JP" altLang="en-US" sz="3200" b="1" i="0" dirty="0">
                <a:effectLst/>
                <a:latin typeface="Noto Sans JP" panose="020B0200000000000000" pitchFamily="34" charset="-122"/>
                <a:ea typeface="Noto Sans JP" panose="020B0200000000000000" pitchFamily="34" charset="-122"/>
              </a:rPr>
              <a:t>新しい学習指導要領を取り入れ</a:t>
            </a:r>
            <a:endParaRPr lang="en-US" altLang="ja-JP" sz="3200" b="1" i="0" dirty="0">
              <a:effectLst/>
              <a:latin typeface="Noto Sans JP" panose="020B0200000000000000" pitchFamily="34" charset="-122"/>
              <a:ea typeface="Noto Sans JP" panose="020B0200000000000000" pitchFamily="34" charset="-122"/>
            </a:endParaRPr>
          </a:p>
          <a:p>
            <a:pPr>
              <a:spcAft>
                <a:spcPts val="1500"/>
              </a:spcAft>
            </a:pPr>
            <a:r>
              <a:rPr lang="ja-JP" altLang="en-US" sz="3200" b="0" i="0" dirty="0">
                <a:effectLst/>
                <a:latin typeface="Noto Sans JP" panose="020B0200000000000000" pitchFamily="34" charset="-122"/>
                <a:ea typeface="Noto Sans JP" panose="020B0200000000000000" pitchFamily="34" charset="-122"/>
              </a:rPr>
              <a:t>現象をテーマに</a:t>
            </a:r>
            <a:r>
              <a:rPr lang="ja-JP" altLang="en-US" sz="3200" dirty="0">
                <a:latin typeface="Noto Sans JP" panose="020B0200000000000000" pitchFamily="34" charset="-122"/>
                <a:ea typeface="Noto Sans JP" panose="020B0200000000000000" pitchFamily="34" charset="-122"/>
              </a:rPr>
              <a:t>した学習（</a:t>
            </a:r>
            <a:r>
              <a:rPr lang="en-US" altLang="ja-JP" sz="3200" dirty="0">
                <a:latin typeface="Noto Sans JP" panose="020B0200000000000000" pitchFamily="34" charset="-122"/>
                <a:ea typeface="Noto Sans JP" panose="020B0200000000000000" pitchFamily="34" charset="-122"/>
              </a:rPr>
              <a:t>Phenomenon-based learning</a:t>
            </a:r>
            <a:r>
              <a:rPr lang="ja-JP" altLang="en-US" sz="3200" dirty="0">
                <a:latin typeface="Noto Sans JP" panose="020B0200000000000000" pitchFamily="34" charset="-122"/>
                <a:ea typeface="Noto Sans JP" panose="020B0200000000000000" pitchFamily="34" charset="-122"/>
              </a:rPr>
              <a:t>）を</a:t>
            </a:r>
            <a:r>
              <a:rPr lang="ja-JP" altLang="en-US" sz="3200" b="0" i="0" dirty="0">
                <a:effectLst/>
                <a:latin typeface="Noto Sans JP" panose="020B0200000000000000" pitchFamily="34" charset="-122"/>
                <a:ea typeface="Noto Sans JP" panose="020B0200000000000000" pitchFamily="34" charset="-122"/>
              </a:rPr>
              <a:t>取り入れ、教科をこえたプロジェクト学習を進めました。</a:t>
            </a:r>
          </a:p>
          <a:p>
            <a:pPr algn="l">
              <a:spcBef>
                <a:spcPts val="1500"/>
              </a:spcBef>
              <a:buFont typeface="Arial" panose="020B0604020202020204" pitchFamily="34" charset="0"/>
              <a:buChar char="•"/>
            </a:pPr>
            <a:r>
              <a:rPr lang="ja-JP" altLang="en-US" sz="3200" b="0" i="0" dirty="0">
                <a:effectLst/>
                <a:latin typeface="Noto Sans JP" panose="020B0200000000000000" pitchFamily="34" charset="-122"/>
                <a:ea typeface="Noto Sans JP" panose="020B0200000000000000" pitchFamily="34" charset="-122"/>
              </a:rPr>
              <a:t>生徒の興味や関心を重視</a:t>
            </a:r>
          </a:p>
          <a:p>
            <a:pPr algn="l">
              <a:spcBef>
                <a:spcPts val="1500"/>
              </a:spcBef>
              <a:buFont typeface="Arial" panose="020B0604020202020204" pitchFamily="34" charset="0"/>
              <a:buChar char="•"/>
            </a:pPr>
            <a:r>
              <a:rPr lang="ja-JP" altLang="en-US" sz="3200" b="0" i="0" dirty="0">
                <a:effectLst/>
                <a:latin typeface="Noto Sans JP" panose="020B0200000000000000" pitchFamily="34" charset="-122"/>
                <a:ea typeface="Noto Sans JP" panose="020B0200000000000000" pitchFamily="34" charset="-122"/>
              </a:rPr>
              <a:t>これからの社会で必要な力の育てる</a:t>
            </a:r>
          </a:p>
          <a:p>
            <a:pPr algn="l">
              <a:spcBef>
                <a:spcPts val="1500"/>
              </a:spcBef>
              <a:buFont typeface="Arial" panose="020B0604020202020204" pitchFamily="34" charset="0"/>
              <a:buChar char="•"/>
            </a:pPr>
            <a:r>
              <a:rPr lang="ja-JP" altLang="en-US" sz="3200" b="0" i="0" dirty="0">
                <a:effectLst/>
                <a:latin typeface="Noto Sans JP" panose="020B0200000000000000" pitchFamily="34" charset="-122"/>
                <a:ea typeface="Noto Sans JP" panose="020B0200000000000000" pitchFamily="34" charset="-122"/>
              </a:rPr>
              <a:t>パソコンやタブレットなどのデジタルツールを積極的に使う</a:t>
            </a:r>
          </a:p>
        </p:txBody>
      </p:sp>
    </p:spTree>
    <p:extLst>
      <p:ext uri="{BB962C8B-B14F-4D97-AF65-F5344CB8AC3E}">
        <p14:creationId xmlns:p14="http://schemas.microsoft.com/office/powerpoint/2010/main" val="3808503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76B20-4836-C389-8AB7-4457F699E86D}"/>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25DD886E-6A00-EFB9-382C-71A70300B9E2}"/>
              </a:ext>
            </a:extLst>
          </p:cNvPr>
          <p:cNvSpPr txBox="1"/>
          <p:nvPr/>
        </p:nvSpPr>
        <p:spPr>
          <a:xfrm>
            <a:off x="717209" y="1705451"/>
            <a:ext cx="10597617" cy="3816429"/>
          </a:xfrm>
          <a:prstGeom prst="rect">
            <a:avLst/>
          </a:prstGeom>
          <a:noFill/>
        </p:spPr>
        <p:txBody>
          <a:bodyPr wrap="square">
            <a:spAutoFit/>
          </a:bodyPr>
          <a:lstStyle/>
          <a:p>
            <a:pPr algn="l">
              <a:spcAft>
                <a:spcPts val="1500"/>
              </a:spcAft>
              <a:buNone/>
            </a:pPr>
            <a:r>
              <a:rPr lang="ja-JP" altLang="en-US" sz="3200" b="1" i="0" dirty="0">
                <a:effectLst/>
                <a:latin typeface="Noto Sans JP" panose="020B0200000000000000" pitchFamily="34" charset="-122"/>
                <a:ea typeface="Noto Sans JP" panose="020B0200000000000000" pitchFamily="34" charset="-122"/>
              </a:rPr>
              <a:t>対策の結果と評価</a:t>
            </a:r>
          </a:p>
          <a:p>
            <a:pPr algn="l">
              <a:buNone/>
            </a:pPr>
            <a:r>
              <a:rPr lang="ja-JP" altLang="en-US" sz="3200" b="0" i="0" dirty="0">
                <a:effectLst/>
                <a:latin typeface="Noto Sans JP" panose="020B0200000000000000" pitchFamily="34" charset="-122"/>
                <a:ea typeface="Noto Sans JP" panose="020B0200000000000000" pitchFamily="34" charset="-122"/>
              </a:rPr>
              <a:t>生徒の満足度や</a:t>
            </a:r>
            <a:r>
              <a:rPr lang="en-US" altLang="ja-JP" sz="3200" b="0" i="0" dirty="0">
                <a:effectLst/>
                <a:latin typeface="Noto Sans JP" panose="020B0200000000000000" pitchFamily="34" charset="-122"/>
                <a:ea typeface="Noto Sans JP" panose="020B0200000000000000" pitchFamily="34" charset="-122"/>
              </a:rPr>
              <a:t>ICT</a:t>
            </a:r>
            <a:r>
              <a:rPr lang="ja-JP" altLang="en-US" sz="3200" b="0" i="0" dirty="0">
                <a:effectLst/>
                <a:latin typeface="Noto Sans JP" panose="020B0200000000000000" pitchFamily="34" charset="-122"/>
                <a:ea typeface="Noto Sans JP" panose="020B0200000000000000" pitchFamily="34" charset="-122"/>
              </a:rPr>
              <a:t>のスキルは上がりましたが、基礎学力の低下を止めることはできません。</a:t>
            </a:r>
          </a:p>
          <a:p>
            <a:pPr algn="l">
              <a:spcBef>
                <a:spcPts val="1500"/>
              </a:spcBef>
              <a:buFont typeface="Arial" panose="020B0604020202020204" pitchFamily="34" charset="0"/>
              <a:buChar char="•"/>
            </a:pPr>
            <a:r>
              <a:rPr lang="ja-JP" altLang="en-US" sz="3200" b="0" i="0" dirty="0">
                <a:effectLst/>
                <a:latin typeface="Noto Sans JP" panose="020B0200000000000000" pitchFamily="34" charset="-122"/>
                <a:ea typeface="Noto Sans JP" panose="020B0200000000000000" pitchFamily="34" charset="-122"/>
              </a:rPr>
              <a:t>評価の方法が分かりにくくなったことが課題</a:t>
            </a:r>
          </a:p>
          <a:p>
            <a:pPr algn="l">
              <a:spcBef>
                <a:spcPts val="1500"/>
              </a:spcBef>
              <a:buFont typeface="Arial" panose="020B0604020202020204" pitchFamily="34" charset="0"/>
              <a:buChar char="•"/>
            </a:pPr>
            <a:r>
              <a:rPr lang="ja-JP" altLang="en-US" sz="3200" b="0" i="0" dirty="0">
                <a:effectLst/>
                <a:latin typeface="Noto Sans JP" panose="020B0200000000000000" pitchFamily="34" charset="-122"/>
                <a:ea typeface="Noto Sans JP" panose="020B0200000000000000" pitchFamily="34" charset="-122"/>
              </a:rPr>
              <a:t>基礎的な力が十分に身についていない点</a:t>
            </a:r>
          </a:p>
          <a:p>
            <a:pPr algn="l">
              <a:spcBef>
                <a:spcPts val="1500"/>
              </a:spcBef>
              <a:buFont typeface="Arial" panose="020B0604020202020204" pitchFamily="34" charset="0"/>
              <a:buChar char="•"/>
            </a:pPr>
            <a:r>
              <a:rPr lang="ja-JP" altLang="en-US" sz="3200" b="0" i="0" dirty="0">
                <a:effectLst/>
                <a:latin typeface="Noto Sans JP" panose="020B0200000000000000" pitchFamily="34" charset="-122"/>
                <a:ea typeface="Noto Sans JP" panose="020B0200000000000000" pitchFamily="34" charset="-122"/>
              </a:rPr>
              <a:t>教員から、授業の構成が分かりにくいという指摘がある</a:t>
            </a:r>
          </a:p>
        </p:txBody>
      </p:sp>
      <p:sp>
        <p:nvSpPr>
          <p:cNvPr id="6" name="文本框 5">
            <a:extLst>
              <a:ext uri="{FF2B5EF4-FFF2-40B4-BE49-F238E27FC236}">
                <a16:creationId xmlns:a16="http://schemas.microsoft.com/office/drawing/2014/main" id="{1D29816E-8C89-D284-62F8-6B01459FD432}"/>
              </a:ext>
            </a:extLst>
          </p:cNvPr>
          <p:cNvSpPr txBox="1"/>
          <p:nvPr/>
        </p:nvSpPr>
        <p:spPr>
          <a:xfrm>
            <a:off x="717210" y="626131"/>
            <a:ext cx="7526350" cy="646331"/>
          </a:xfrm>
          <a:prstGeom prst="rect">
            <a:avLst/>
          </a:prstGeom>
          <a:noFill/>
        </p:spPr>
        <p:txBody>
          <a:bodyPr wrap="square">
            <a:spAutoFit/>
          </a:bodyPr>
          <a:lstStyle/>
          <a:p>
            <a:pPr>
              <a:spcAft>
                <a:spcPts val="3000"/>
              </a:spcAft>
            </a:pPr>
            <a:r>
              <a:rPr lang="ja-JP" altLang="en-US" sz="3600" b="1" i="0" dirty="0">
                <a:solidFill>
                  <a:srgbClr val="003580"/>
                </a:solidFill>
                <a:effectLst/>
                <a:latin typeface="Noto Sans JP" panose="020B0200000000000000" pitchFamily="34" charset="-122"/>
                <a:ea typeface="Noto Sans JP" panose="020B0200000000000000" pitchFamily="34" charset="-122"/>
              </a:rPr>
              <a:t>これまでの対策：</a:t>
            </a:r>
            <a:r>
              <a:rPr lang="en-US" altLang="ja-JP" sz="3600" b="1" i="0" dirty="0">
                <a:solidFill>
                  <a:srgbClr val="003580"/>
                </a:solidFill>
                <a:effectLst/>
                <a:latin typeface="Noto Sans JP" panose="020B0200000000000000" pitchFamily="34" charset="-122"/>
                <a:ea typeface="Noto Sans JP" panose="020B0200000000000000" pitchFamily="34" charset="-122"/>
              </a:rPr>
              <a:t>2016</a:t>
            </a:r>
            <a:r>
              <a:rPr lang="ja-JP" altLang="en-US" sz="3600" b="1" i="0" dirty="0">
                <a:solidFill>
                  <a:srgbClr val="003580"/>
                </a:solidFill>
                <a:effectLst/>
                <a:latin typeface="Noto Sans JP" panose="020B0200000000000000" pitchFamily="34" charset="-122"/>
                <a:ea typeface="Noto Sans JP" panose="020B0200000000000000" pitchFamily="34" charset="-122"/>
              </a:rPr>
              <a:t>年改革</a:t>
            </a:r>
          </a:p>
        </p:txBody>
      </p:sp>
    </p:spTree>
    <p:extLst>
      <p:ext uri="{BB962C8B-B14F-4D97-AF65-F5344CB8AC3E}">
        <p14:creationId xmlns:p14="http://schemas.microsoft.com/office/powerpoint/2010/main" val="24711066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6266972-AAC8-3F7F-4DDA-B2D3D545A9C9}"/>
              </a:ext>
            </a:extLst>
          </p:cNvPr>
          <p:cNvSpPr txBox="1"/>
          <p:nvPr/>
        </p:nvSpPr>
        <p:spPr>
          <a:xfrm>
            <a:off x="390889" y="1724890"/>
            <a:ext cx="11614973" cy="3826689"/>
          </a:xfrm>
          <a:prstGeom prst="rect">
            <a:avLst/>
          </a:prstGeom>
          <a:noFill/>
        </p:spPr>
        <p:txBody>
          <a:bodyPr wrap="square">
            <a:spAutoFit/>
          </a:bodyPr>
          <a:lstStyle/>
          <a:p>
            <a:pPr algn="l">
              <a:spcAft>
                <a:spcPts val="1125"/>
              </a:spcAft>
              <a:buNone/>
            </a:pPr>
            <a:r>
              <a:rPr lang="ja-JP" altLang="en-US" sz="2800" b="1" i="0" dirty="0">
                <a:solidFill>
                  <a:srgbClr val="003580"/>
                </a:solidFill>
                <a:effectLst/>
                <a:latin typeface="Noto Sans JP" panose="020B0200000000000000" pitchFamily="34" charset="-122"/>
                <a:ea typeface="Noto Sans JP" panose="020B0200000000000000" pitchFamily="34" charset="-122"/>
              </a:rPr>
              <a:t>「基礎への回帰」と「支援の強化」</a:t>
            </a:r>
          </a:p>
          <a:p>
            <a:pPr algn="l">
              <a:spcAft>
                <a:spcPts val="1500"/>
              </a:spcAft>
              <a:buNone/>
            </a:pPr>
            <a:r>
              <a:rPr lang="ja-JP" altLang="en-US" sz="2800" b="0" i="0" dirty="0">
                <a:solidFill>
                  <a:srgbClr val="1A202C"/>
                </a:solidFill>
                <a:effectLst/>
                <a:latin typeface="Noto Sans JP" panose="020B0200000000000000" pitchFamily="34" charset="-122"/>
                <a:ea typeface="Noto Sans JP" panose="020B0200000000000000" pitchFamily="34" charset="-122"/>
              </a:rPr>
              <a:t>これまでの自由度を維持しつつ、学習の質を保証するための「構造化」を再導入します。</a:t>
            </a:r>
          </a:p>
          <a:p>
            <a:pPr algn="l">
              <a:spcAft>
                <a:spcPts val="1500"/>
              </a:spcAft>
              <a:buFont typeface="Arial" panose="020B0604020202020204" pitchFamily="34" charset="0"/>
              <a:buChar char="•"/>
            </a:pPr>
            <a:r>
              <a:rPr lang="ja-JP" altLang="en-US" sz="2800" b="1" i="0" dirty="0">
                <a:solidFill>
                  <a:srgbClr val="1A202C"/>
                </a:solidFill>
                <a:effectLst/>
                <a:latin typeface="Noto Sans JP" panose="020B0200000000000000" pitchFamily="34" charset="-122"/>
                <a:ea typeface="Noto Sans JP" panose="020B0200000000000000" pitchFamily="34" charset="-122"/>
              </a:rPr>
              <a:t>基礎学力の定着</a:t>
            </a:r>
            <a:r>
              <a:rPr lang="en-US" altLang="ja-JP" sz="2800" b="1" i="0" dirty="0">
                <a:solidFill>
                  <a:srgbClr val="1A202C"/>
                </a:solidFill>
                <a:effectLst/>
                <a:latin typeface="Noto Sans JP" panose="020B0200000000000000" pitchFamily="34" charset="-122"/>
                <a:ea typeface="Noto Sans JP" panose="020B0200000000000000" pitchFamily="34" charset="-122"/>
              </a:rPr>
              <a:t>:</a:t>
            </a:r>
            <a:r>
              <a:rPr lang="ja-JP" altLang="en-US" sz="2800" b="0" i="0" dirty="0">
                <a:solidFill>
                  <a:srgbClr val="1A202C"/>
                </a:solidFill>
                <a:effectLst/>
                <a:latin typeface="Noto Sans JP" panose="020B0200000000000000" pitchFamily="34" charset="-122"/>
                <a:ea typeface="Noto Sans JP" panose="020B0200000000000000" pitchFamily="34" charset="-122"/>
              </a:rPr>
              <a:t> 読み書き、計算の基礎を固める時間を確保する。</a:t>
            </a:r>
          </a:p>
          <a:p>
            <a:pPr algn="l">
              <a:spcAft>
                <a:spcPts val="1500"/>
              </a:spcAft>
              <a:buFont typeface="Arial" panose="020B0604020202020204" pitchFamily="34" charset="0"/>
              <a:buChar char="•"/>
            </a:pPr>
            <a:r>
              <a:rPr lang="ja-JP" altLang="en-US" sz="2800" b="1" i="0" dirty="0">
                <a:solidFill>
                  <a:srgbClr val="1A202C"/>
                </a:solidFill>
                <a:effectLst/>
                <a:latin typeface="Noto Sans JP" panose="020B0200000000000000" pitchFamily="34" charset="-122"/>
                <a:ea typeface="Noto Sans JP" panose="020B0200000000000000" pitchFamily="34" charset="-122"/>
              </a:rPr>
              <a:t>個別支援の拡充</a:t>
            </a:r>
            <a:r>
              <a:rPr lang="en-US" altLang="ja-JP" sz="2800" b="1" i="0" dirty="0">
                <a:solidFill>
                  <a:srgbClr val="1A202C"/>
                </a:solidFill>
                <a:effectLst/>
                <a:latin typeface="Noto Sans JP" panose="020B0200000000000000" pitchFamily="34" charset="-122"/>
                <a:ea typeface="Noto Sans JP" panose="020B0200000000000000" pitchFamily="34" charset="-122"/>
              </a:rPr>
              <a:t>:</a:t>
            </a:r>
            <a:r>
              <a:rPr lang="ja-JP" altLang="en-US" sz="2800" b="0" i="0" dirty="0">
                <a:solidFill>
                  <a:srgbClr val="1A202C"/>
                </a:solidFill>
                <a:effectLst/>
                <a:latin typeface="Noto Sans JP" panose="020B0200000000000000" pitchFamily="34" charset="-122"/>
                <a:ea typeface="Noto Sans JP" panose="020B0200000000000000" pitchFamily="34" charset="-122"/>
              </a:rPr>
              <a:t> 学習に遅れがある生徒への特別支援教員を</a:t>
            </a:r>
            <a:r>
              <a:rPr lang="en-US" altLang="ja-JP" sz="2800" b="0" i="0" dirty="0">
                <a:solidFill>
                  <a:srgbClr val="1A202C"/>
                </a:solidFill>
                <a:effectLst/>
                <a:latin typeface="Noto Sans JP" panose="020B0200000000000000" pitchFamily="34" charset="-122"/>
                <a:ea typeface="Noto Sans JP" panose="020B0200000000000000" pitchFamily="34" charset="-122"/>
              </a:rPr>
              <a:t>15%</a:t>
            </a:r>
            <a:r>
              <a:rPr lang="ja-JP" altLang="en-US" sz="2800" b="0" i="0" dirty="0">
                <a:solidFill>
                  <a:srgbClr val="1A202C"/>
                </a:solidFill>
                <a:effectLst/>
                <a:latin typeface="Noto Sans JP" panose="020B0200000000000000" pitchFamily="34" charset="-122"/>
                <a:ea typeface="Noto Sans JP" panose="020B0200000000000000" pitchFamily="34" charset="-122"/>
              </a:rPr>
              <a:t>増員。</a:t>
            </a:r>
          </a:p>
          <a:p>
            <a:pPr algn="l">
              <a:spcAft>
                <a:spcPts val="1500"/>
              </a:spcAft>
              <a:buFont typeface="Arial" panose="020B0604020202020204" pitchFamily="34" charset="0"/>
              <a:buChar char="•"/>
            </a:pPr>
            <a:r>
              <a:rPr lang="ja-JP" altLang="en-US" sz="2800" b="1" i="0" dirty="0">
                <a:solidFill>
                  <a:srgbClr val="1A202C"/>
                </a:solidFill>
                <a:effectLst/>
                <a:latin typeface="Noto Sans JP" panose="020B0200000000000000" pitchFamily="34" charset="-122"/>
                <a:ea typeface="Noto Sans JP" panose="020B0200000000000000" pitchFamily="34" charset="-122"/>
              </a:rPr>
              <a:t>デジタル・バランス</a:t>
            </a:r>
            <a:r>
              <a:rPr lang="en-US" altLang="ja-JP" sz="2800" b="1" i="0" dirty="0">
                <a:solidFill>
                  <a:srgbClr val="1A202C"/>
                </a:solidFill>
                <a:effectLst/>
                <a:latin typeface="Noto Sans JP" panose="020B0200000000000000" pitchFamily="34" charset="-122"/>
                <a:ea typeface="Noto Sans JP" panose="020B0200000000000000" pitchFamily="34" charset="-122"/>
              </a:rPr>
              <a:t>:</a:t>
            </a:r>
            <a:r>
              <a:rPr lang="ja-JP" altLang="en-US" sz="2800" b="0" i="0" dirty="0">
                <a:solidFill>
                  <a:srgbClr val="1A202C"/>
                </a:solidFill>
                <a:effectLst/>
                <a:latin typeface="Noto Sans JP" panose="020B0200000000000000" pitchFamily="34" charset="-122"/>
                <a:ea typeface="Noto Sans JP" panose="020B0200000000000000" pitchFamily="34" charset="-122"/>
              </a:rPr>
              <a:t> アナログな読書や手書きの活動を積極的に再評価。</a:t>
            </a:r>
          </a:p>
        </p:txBody>
      </p:sp>
      <p:sp>
        <p:nvSpPr>
          <p:cNvPr id="6" name="文本框 5">
            <a:extLst>
              <a:ext uri="{FF2B5EF4-FFF2-40B4-BE49-F238E27FC236}">
                <a16:creationId xmlns:a16="http://schemas.microsoft.com/office/drawing/2014/main" id="{D274343B-A43D-D737-0A09-063C77EC598A}"/>
              </a:ext>
            </a:extLst>
          </p:cNvPr>
          <p:cNvSpPr txBox="1"/>
          <p:nvPr/>
        </p:nvSpPr>
        <p:spPr>
          <a:xfrm>
            <a:off x="717210" y="626131"/>
            <a:ext cx="7526350" cy="646331"/>
          </a:xfrm>
          <a:prstGeom prst="rect">
            <a:avLst/>
          </a:prstGeom>
          <a:noFill/>
        </p:spPr>
        <p:txBody>
          <a:bodyPr wrap="square">
            <a:spAutoFit/>
          </a:bodyPr>
          <a:lstStyle/>
          <a:p>
            <a:pPr>
              <a:spcAft>
                <a:spcPts val="3000"/>
              </a:spcAft>
            </a:pPr>
            <a:r>
              <a:rPr lang="ja-JP" altLang="en-US" sz="3600" b="1" i="0" dirty="0">
                <a:solidFill>
                  <a:srgbClr val="003580"/>
                </a:solidFill>
                <a:effectLst/>
                <a:latin typeface="Noto Sans JP" panose="020B0200000000000000" pitchFamily="34" charset="-122"/>
                <a:ea typeface="Noto Sans JP" panose="020B0200000000000000" pitchFamily="34" charset="-122"/>
              </a:rPr>
              <a:t>改善策の提案（具体的に）</a:t>
            </a:r>
          </a:p>
        </p:txBody>
      </p:sp>
      <p:pic>
        <p:nvPicPr>
          <p:cNvPr id="8194" name="Picture 2" descr="日本小人表情包｜日常状态篇- 小红书">
            <a:extLst>
              <a:ext uri="{FF2B5EF4-FFF2-40B4-BE49-F238E27FC236}">
                <a16:creationId xmlns:a16="http://schemas.microsoft.com/office/drawing/2014/main" id="{08245C2E-6DF7-9785-9B56-4D60AFDEA0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26668" y="396196"/>
            <a:ext cx="1820449" cy="18204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07325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9CB3F-EC4E-BF48-0357-7591BAD2215B}"/>
            </a:ext>
          </a:extLst>
        </p:cNvPr>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930F711E-3CB4-C814-66CF-3F16F78D6F48}"/>
              </a:ext>
            </a:extLst>
          </p:cNvPr>
          <p:cNvGraphicFramePr>
            <a:graphicFrameLocks noGrp="1"/>
          </p:cNvGraphicFramePr>
          <p:nvPr>
            <p:extLst>
              <p:ext uri="{D42A27DB-BD31-4B8C-83A1-F6EECF244321}">
                <p14:modId xmlns:p14="http://schemas.microsoft.com/office/powerpoint/2010/main" val="1783149202"/>
              </p:ext>
            </p:extLst>
          </p:nvPr>
        </p:nvGraphicFramePr>
        <p:xfrm>
          <a:off x="717210" y="2067560"/>
          <a:ext cx="10919469" cy="3149600"/>
        </p:xfrm>
        <a:graphic>
          <a:graphicData uri="http://schemas.openxmlformats.org/drawingml/2006/table">
            <a:tbl>
              <a:tblPr/>
              <a:tblGrid>
                <a:gridCol w="10919469">
                  <a:extLst>
                    <a:ext uri="{9D8B030D-6E8A-4147-A177-3AD203B41FA5}">
                      <a16:colId xmlns:a16="http://schemas.microsoft.com/office/drawing/2014/main" val="1745443974"/>
                    </a:ext>
                  </a:extLst>
                </a:gridCol>
              </a:tblGrid>
              <a:tr h="0">
                <a:tc>
                  <a:txBody>
                    <a:bodyPr/>
                    <a:lstStyle/>
                    <a:p>
                      <a:pPr algn="l">
                        <a:buNone/>
                      </a:pPr>
                      <a:r>
                        <a:rPr lang="ja-JP" altLang="en-US" sz="2800" b="1" dirty="0">
                          <a:solidFill>
                            <a:schemeClr val="tx1"/>
                          </a:solidFill>
                          <a:effectLst/>
                          <a:latin typeface="Noto Sans JP" panose="020B0200000000000000" pitchFamily="34" charset="-122"/>
                          <a:ea typeface="Noto Sans JP" panose="020B0200000000000000" pitchFamily="34" charset="-122"/>
                        </a:rPr>
                        <a:t>期待される効果</a:t>
                      </a:r>
                    </a:p>
                  </a:txBody>
                  <a:tcPr marL="127000" marR="127000" marT="127000" marB="127000" anchor="ctr">
                    <a:lnL>
                      <a:noFill/>
                    </a:lnL>
                    <a:lnR>
                      <a:noFill/>
                    </a:lnR>
                    <a:lnT>
                      <a:noFill/>
                    </a:lnT>
                    <a:lnB>
                      <a:noFill/>
                    </a:lnB>
                    <a:solidFill>
                      <a:srgbClr val="FFFFFF"/>
                    </a:solidFill>
                  </a:tcPr>
                </a:tc>
                <a:extLst>
                  <a:ext uri="{0D108BD9-81ED-4DB2-BD59-A6C34878D82A}">
                    <a16:rowId xmlns:a16="http://schemas.microsoft.com/office/drawing/2014/main" val="1442900666"/>
                  </a:ext>
                </a:extLst>
              </a:tr>
              <a:tr h="0">
                <a:tc>
                  <a:txBody>
                    <a:bodyPr/>
                    <a:lstStyle/>
                    <a:p>
                      <a:pPr>
                        <a:buNone/>
                      </a:pPr>
                      <a:r>
                        <a:rPr lang="ja-JP" altLang="en-US" sz="2800" dirty="0">
                          <a:solidFill>
                            <a:schemeClr val="tx1"/>
                          </a:solidFill>
                          <a:effectLst/>
                          <a:latin typeface="Noto Sans JP" panose="020B0200000000000000" pitchFamily="34" charset="-122"/>
                          <a:ea typeface="Noto Sans JP" panose="020B0200000000000000" pitchFamily="34" charset="-122"/>
                        </a:rPr>
                        <a:t>基礎学力（リテラシー）の底上げと、</a:t>
                      </a:r>
                      <a:r>
                        <a:rPr lang="en-US" altLang="ja-JP" sz="2800" b="1" dirty="0">
                          <a:solidFill>
                            <a:srgbClr val="FF0000"/>
                          </a:solidFill>
                          <a:effectLst/>
                          <a:latin typeface="Noto Sans JP" panose="020B0200000000000000" pitchFamily="34" charset="-122"/>
                          <a:ea typeface="Noto Sans JP" panose="020B0200000000000000" pitchFamily="34" charset="-122"/>
                        </a:rPr>
                        <a:t>PISA</a:t>
                      </a:r>
                      <a:r>
                        <a:rPr lang="ja-JP" altLang="en-US" sz="2800" b="1" dirty="0">
                          <a:solidFill>
                            <a:srgbClr val="FF0000"/>
                          </a:solidFill>
                          <a:effectLst/>
                          <a:latin typeface="Noto Sans JP" panose="020B0200000000000000" pitchFamily="34" charset="-122"/>
                          <a:ea typeface="Noto Sans JP" panose="020B0200000000000000" pitchFamily="34" charset="-122"/>
                        </a:rPr>
                        <a:t>スコアの回復</a:t>
                      </a:r>
                      <a:r>
                        <a:rPr lang="ja-JP" altLang="en-US" sz="2800" dirty="0">
                          <a:solidFill>
                            <a:schemeClr val="tx1"/>
                          </a:solidFill>
                          <a:effectLst/>
                          <a:latin typeface="Noto Sans JP" panose="020B0200000000000000" pitchFamily="34" charset="-122"/>
                          <a:ea typeface="Noto Sans JP" panose="020B0200000000000000" pitchFamily="34" charset="-122"/>
                        </a:rPr>
                        <a:t>。</a:t>
                      </a:r>
                    </a:p>
                  </a:txBody>
                  <a:tcPr marL="127000" marR="127000" marT="127000" marB="127000" anchor="ctr">
                    <a:lnL>
                      <a:noFill/>
                    </a:lnL>
                    <a:lnR>
                      <a:noFill/>
                    </a:lnR>
                    <a:lnT>
                      <a:noFill/>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3607641930"/>
                  </a:ext>
                </a:extLst>
              </a:tr>
              <a:tr h="0">
                <a:tc>
                  <a:txBody>
                    <a:bodyPr/>
                    <a:lstStyle/>
                    <a:p>
                      <a:pPr>
                        <a:buNone/>
                      </a:pPr>
                      <a:r>
                        <a:rPr lang="ja-JP" altLang="en-US" sz="2800" dirty="0">
                          <a:solidFill>
                            <a:schemeClr val="tx1"/>
                          </a:solidFill>
                          <a:effectLst/>
                          <a:latin typeface="Noto Sans JP" panose="020B0200000000000000" pitchFamily="34" charset="-122"/>
                          <a:ea typeface="Noto Sans JP" panose="020B0200000000000000" pitchFamily="34" charset="-122"/>
                        </a:rPr>
                        <a:t>特別支援を強化することで、学校や生徒の間にある格差を減らすことができます。</a:t>
                      </a:r>
                    </a:p>
                  </a:txBody>
                  <a:tcPr marL="127000" marR="127000" marT="127000" marB="127000" anchor="ctr">
                    <a:lnL>
                      <a:noFill/>
                    </a:lnL>
                    <a:lnR>
                      <a:noFill/>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3576211323"/>
                  </a:ext>
                </a:extLst>
              </a:tr>
              <a:tr h="0">
                <a:tc>
                  <a:txBody>
                    <a:bodyPr/>
                    <a:lstStyle/>
                    <a:p>
                      <a:pPr>
                        <a:buNone/>
                      </a:pPr>
                      <a:r>
                        <a:rPr lang="ja-JP" altLang="en-US" sz="2800" b="1" dirty="0">
                          <a:solidFill>
                            <a:srgbClr val="FF0000"/>
                          </a:solidFill>
                          <a:effectLst/>
                          <a:latin typeface="Noto Sans JP" panose="020B0200000000000000" pitchFamily="34" charset="-122"/>
                          <a:ea typeface="Noto Sans JP" panose="020B0200000000000000" pitchFamily="34" charset="-122"/>
                        </a:rPr>
                        <a:t>教員の役割の明確化</a:t>
                      </a:r>
                      <a:r>
                        <a:rPr lang="ja-JP" altLang="en-US" sz="2800" dirty="0">
                          <a:solidFill>
                            <a:schemeClr val="tx1"/>
                          </a:solidFill>
                          <a:effectLst/>
                          <a:latin typeface="Noto Sans JP" panose="020B0200000000000000" pitchFamily="34" charset="-122"/>
                          <a:ea typeface="Noto Sans JP" panose="020B0200000000000000" pitchFamily="34" charset="-122"/>
                        </a:rPr>
                        <a:t>による、バーンアウト（燃え尽き）の防止。</a:t>
                      </a:r>
                    </a:p>
                  </a:txBody>
                  <a:tcPr marL="127000" marR="127000" marT="127000" marB="127000" anchor="ctr">
                    <a:lnL>
                      <a:noFill/>
                    </a:lnL>
                    <a:lnR>
                      <a:noFill/>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160645652"/>
                  </a:ext>
                </a:extLst>
              </a:tr>
            </a:tbl>
          </a:graphicData>
        </a:graphic>
      </p:graphicFrame>
      <p:sp>
        <p:nvSpPr>
          <p:cNvPr id="6" name="文本框 5">
            <a:extLst>
              <a:ext uri="{FF2B5EF4-FFF2-40B4-BE49-F238E27FC236}">
                <a16:creationId xmlns:a16="http://schemas.microsoft.com/office/drawing/2014/main" id="{5C51F2FB-C863-292D-0D34-1AB9A0FA0ED9}"/>
              </a:ext>
            </a:extLst>
          </p:cNvPr>
          <p:cNvSpPr txBox="1"/>
          <p:nvPr/>
        </p:nvSpPr>
        <p:spPr>
          <a:xfrm>
            <a:off x="717210" y="626131"/>
            <a:ext cx="7526350" cy="646331"/>
          </a:xfrm>
          <a:prstGeom prst="rect">
            <a:avLst/>
          </a:prstGeom>
          <a:noFill/>
        </p:spPr>
        <p:txBody>
          <a:bodyPr wrap="square">
            <a:spAutoFit/>
          </a:bodyPr>
          <a:lstStyle/>
          <a:p>
            <a:pPr lvl="0" eaLnBrk="0" fontAlgn="base" hangingPunct="0">
              <a:spcBef>
                <a:spcPct val="0"/>
              </a:spcBef>
              <a:spcAft>
                <a:spcPct val="0"/>
              </a:spcAft>
            </a:pPr>
            <a:r>
              <a:rPr kumimoji="0" lang="zh-CN" altLang="zh-CN" sz="3600" b="1" i="0" u="none" strike="noStrike" cap="none" normalizeH="0" baseline="0" dirty="0">
                <a:ln>
                  <a:noFill/>
                </a:ln>
                <a:solidFill>
                  <a:srgbClr val="003580"/>
                </a:solidFill>
                <a:effectLst/>
                <a:latin typeface="Noto Sans JP" panose="020B0200000000000000" pitchFamily="34" charset="-122"/>
                <a:ea typeface="Noto Sans JP" panose="020B0200000000000000" pitchFamily="34" charset="-122"/>
              </a:rPr>
              <a:t>期待される効果とリスク</a:t>
            </a:r>
          </a:p>
        </p:txBody>
      </p:sp>
      <p:pic>
        <p:nvPicPr>
          <p:cNvPr id="3074" name="Picture 2" descr="日本小人表情包｜数数篇- 小红书">
            <a:extLst>
              <a:ext uri="{FF2B5EF4-FFF2-40B4-BE49-F238E27FC236}">
                <a16:creationId xmlns:a16="http://schemas.microsoft.com/office/drawing/2014/main" id="{8A078657-E7A6-85E5-4DAB-51FFAE3EC7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96737" y="626131"/>
            <a:ext cx="1508743" cy="17711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56231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E01514A-5B82-9FE9-9398-058AED23E095}"/>
              </a:ext>
            </a:extLst>
          </p:cNvPr>
          <p:cNvSpPr txBox="1"/>
          <p:nvPr/>
        </p:nvSpPr>
        <p:spPr>
          <a:xfrm>
            <a:off x="717210" y="626131"/>
            <a:ext cx="7526350" cy="646331"/>
          </a:xfrm>
          <a:prstGeom prst="rect">
            <a:avLst/>
          </a:prstGeom>
          <a:noFill/>
        </p:spPr>
        <p:txBody>
          <a:bodyPr wrap="square">
            <a:spAutoFit/>
          </a:bodyPr>
          <a:lstStyle/>
          <a:p>
            <a:pPr lvl="0" eaLnBrk="0" fontAlgn="base" hangingPunct="0">
              <a:spcBef>
                <a:spcPct val="0"/>
              </a:spcBef>
              <a:spcAft>
                <a:spcPct val="0"/>
              </a:spcAft>
            </a:pPr>
            <a:r>
              <a:rPr kumimoji="0" lang="zh-CN" altLang="zh-CN" sz="3600" b="1" i="0" u="none" strike="noStrike" cap="none" normalizeH="0" baseline="0" dirty="0">
                <a:ln>
                  <a:noFill/>
                </a:ln>
                <a:solidFill>
                  <a:srgbClr val="003580"/>
                </a:solidFill>
                <a:effectLst/>
                <a:latin typeface="Noto Sans JP" panose="020B0200000000000000" pitchFamily="34" charset="-122"/>
                <a:ea typeface="Noto Sans JP" panose="020B0200000000000000" pitchFamily="34" charset="-122"/>
              </a:rPr>
              <a:t>期待される効果とリスク</a:t>
            </a:r>
          </a:p>
        </p:txBody>
      </p:sp>
      <p:graphicFrame>
        <p:nvGraphicFramePr>
          <p:cNvPr id="7" name="表格 6">
            <a:extLst>
              <a:ext uri="{FF2B5EF4-FFF2-40B4-BE49-F238E27FC236}">
                <a16:creationId xmlns:a16="http://schemas.microsoft.com/office/drawing/2014/main" id="{73CA4728-483E-BCBA-ED2B-683C856A8010}"/>
              </a:ext>
            </a:extLst>
          </p:cNvPr>
          <p:cNvGraphicFramePr>
            <a:graphicFrameLocks noGrp="1"/>
          </p:cNvGraphicFramePr>
          <p:nvPr>
            <p:extLst>
              <p:ext uri="{D42A27DB-BD31-4B8C-83A1-F6EECF244321}">
                <p14:modId xmlns:p14="http://schemas.microsoft.com/office/powerpoint/2010/main" val="1628390183"/>
              </p:ext>
            </p:extLst>
          </p:nvPr>
        </p:nvGraphicFramePr>
        <p:xfrm>
          <a:off x="717210" y="2067560"/>
          <a:ext cx="9536635" cy="2722880"/>
        </p:xfrm>
        <a:graphic>
          <a:graphicData uri="http://schemas.openxmlformats.org/drawingml/2006/table">
            <a:tbl>
              <a:tblPr/>
              <a:tblGrid>
                <a:gridCol w="9536635">
                  <a:extLst>
                    <a:ext uri="{9D8B030D-6E8A-4147-A177-3AD203B41FA5}">
                      <a16:colId xmlns:a16="http://schemas.microsoft.com/office/drawing/2014/main" val="4052391082"/>
                    </a:ext>
                  </a:extLst>
                </a:gridCol>
              </a:tblGrid>
              <a:tr h="0">
                <a:tc>
                  <a:txBody>
                    <a:bodyPr/>
                    <a:lstStyle/>
                    <a:p>
                      <a:pPr algn="l">
                        <a:buNone/>
                      </a:pPr>
                      <a:r>
                        <a:rPr lang="ja-JP" altLang="en-US" sz="2800" b="1" dirty="0">
                          <a:solidFill>
                            <a:schemeClr val="tx1"/>
                          </a:solidFill>
                          <a:effectLst/>
                          <a:latin typeface="Noto Sans JP" panose="020B0200000000000000" pitchFamily="34" charset="-122"/>
                          <a:ea typeface="Noto Sans JP" panose="020B0200000000000000" pitchFamily="34" charset="-122"/>
                        </a:rPr>
                        <a:t>懸念されるリスク</a:t>
                      </a:r>
                    </a:p>
                  </a:txBody>
                  <a:tcPr marL="127000" marR="127000" marT="127000" marB="127000" anchor="ctr">
                    <a:lnL>
                      <a:noFill/>
                    </a:lnL>
                    <a:lnR>
                      <a:noFill/>
                    </a:lnR>
                    <a:lnT>
                      <a:noFill/>
                    </a:lnT>
                    <a:lnB>
                      <a:noFill/>
                    </a:lnB>
                    <a:solidFill>
                      <a:srgbClr val="FFFFFF"/>
                    </a:solidFill>
                  </a:tcPr>
                </a:tc>
                <a:extLst>
                  <a:ext uri="{0D108BD9-81ED-4DB2-BD59-A6C34878D82A}">
                    <a16:rowId xmlns:a16="http://schemas.microsoft.com/office/drawing/2014/main" val="2964487768"/>
                  </a:ext>
                </a:extLst>
              </a:tr>
              <a:tr h="0">
                <a:tc>
                  <a:txBody>
                    <a:bodyPr/>
                    <a:lstStyle/>
                    <a:p>
                      <a:pPr>
                        <a:buNone/>
                      </a:pPr>
                      <a:r>
                        <a:rPr lang="ja-JP" altLang="en-US" sz="2800" dirty="0">
                          <a:effectLst/>
                          <a:latin typeface="Noto Sans JP" panose="020B0200000000000000" pitchFamily="34" charset="-122"/>
                          <a:ea typeface="Noto Sans JP" panose="020B0200000000000000" pitchFamily="34" charset="-122"/>
                        </a:rPr>
                        <a:t>教育の伝統化による、生徒の</a:t>
                      </a:r>
                      <a:r>
                        <a:rPr lang="ja-JP" altLang="en-US" sz="2800" b="1" dirty="0">
                          <a:solidFill>
                            <a:srgbClr val="FF0000"/>
                          </a:solidFill>
                          <a:effectLst/>
                          <a:latin typeface="Noto Sans JP" panose="020B0200000000000000" pitchFamily="34" charset="-122"/>
                          <a:ea typeface="Noto Sans JP" panose="020B0200000000000000" pitchFamily="34" charset="-122"/>
                        </a:rPr>
                        <a:t>主体性</a:t>
                      </a:r>
                      <a:r>
                        <a:rPr lang="ja-JP" altLang="en-US" sz="2800" dirty="0">
                          <a:effectLst/>
                          <a:latin typeface="Noto Sans JP" panose="020B0200000000000000" pitchFamily="34" charset="-122"/>
                          <a:ea typeface="Noto Sans JP" panose="020B0200000000000000" pitchFamily="34" charset="-122"/>
                        </a:rPr>
                        <a:t>や</a:t>
                      </a:r>
                      <a:r>
                        <a:rPr lang="ja-JP" altLang="en-US" sz="2800" b="1" dirty="0">
                          <a:solidFill>
                            <a:srgbClr val="FF0000"/>
                          </a:solidFill>
                          <a:effectLst/>
                          <a:latin typeface="Noto Sans JP" panose="020B0200000000000000" pitchFamily="34" charset="-122"/>
                          <a:ea typeface="Noto Sans JP" panose="020B0200000000000000" pitchFamily="34" charset="-122"/>
                        </a:rPr>
                        <a:t>創造性</a:t>
                      </a:r>
                      <a:r>
                        <a:rPr lang="ja-JP" altLang="en-US" sz="2800" dirty="0">
                          <a:effectLst/>
                          <a:latin typeface="Noto Sans JP" panose="020B0200000000000000" pitchFamily="34" charset="-122"/>
                          <a:ea typeface="Noto Sans JP" panose="020B0200000000000000" pitchFamily="34" charset="-122"/>
                        </a:rPr>
                        <a:t>の阻害。</a:t>
                      </a:r>
                    </a:p>
                  </a:txBody>
                  <a:tcPr marL="127000" marR="127000" marT="127000" marB="127000" anchor="ctr">
                    <a:lnL>
                      <a:noFill/>
                    </a:lnL>
                    <a:lnR>
                      <a:noFill/>
                    </a:lnR>
                    <a:lnT>
                      <a:noFill/>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372117287"/>
                  </a:ext>
                </a:extLst>
              </a:tr>
              <a:tr h="0">
                <a:tc>
                  <a:txBody>
                    <a:bodyPr/>
                    <a:lstStyle/>
                    <a:p>
                      <a:pPr>
                        <a:buNone/>
                      </a:pPr>
                      <a:r>
                        <a:rPr lang="ja-JP" altLang="en-US" sz="2800" dirty="0">
                          <a:effectLst/>
                          <a:latin typeface="Noto Sans JP" panose="020B0200000000000000" pitchFamily="34" charset="-122"/>
                          <a:ea typeface="Noto Sans JP" panose="020B0200000000000000" pitchFamily="34" charset="-122"/>
                        </a:rPr>
                        <a:t>支援拡充に伴う</a:t>
                      </a:r>
                      <a:r>
                        <a:rPr lang="ja-JP" altLang="en-US" sz="2800" b="1" dirty="0">
                          <a:solidFill>
                            <a:srgbClr val="FF0000"/>
                          </a:solidFill>
                          <a:effectLst/>
                          <a:latin typeface="Noto Sans JP" panose="020B0200000000000000" pitchFamily="34" charset="-122"/>
                          <a:ea typeface="Noto Sans JP" panose="020B0200000000000000" pitchFamily="34" charset="-122"/>
                        </a:rPr>
                        <a:t>国家予算</a:t>
                      </a:r>
                      <a:r>
                        <a:rPr lang="ja-JP" altLang="en-US" sz="2800" dirty="0">
                          <a:effectLst/>
                          <a:latin typeface="Noto Sans JP" panose="020B0200000000000000" pitchFamily="34" charset="-122"/>
                          <a:ea typeface="Noto Sans JP" panose="020B0200000000000000" pitchFamily="34" charset="-122"/>
                        </a:rPr>
                        <a:t>の大幅な圧迫。</a:t>
                      </a:r>
                    </a:p>
                  </a:txBody>
                  <a:tcPr marL="127000" marR="127000" marT="127000" marB="127000" anchor="ctr">
                    <a:lnL>
                      <a:noFill/>
                    </a:lnL>
                    <a:lnR>
                      <a:noFill/>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940538380"/>
                  </a:ext>
                </a:extLst>
              </a:tr>
              <a:tr h="0">
                <a:tc>
                  <a:txBody>
                    <a:bodyPr/>
                    <a:lstStyle/>
                    <a:p>
                      <a:pPr>
                        <a:buNone/>
                      </a:pPr>
                      <a:r>
                        <a:rPr lang="ja-JP" altLang="en-US" sz="2800" dirty="0">
                          <a:effectLst/>
                          <a:latin typeface="Noto Sans JP" panose="020B0200000000000000" pitchFamily="34" charset="-122"/>
                          <a:ea typeface="Noto Sans JP" panose="020B0200000000000000" pitchFamily="34" charset="-122"/>
                        </a:rPr>
                        <a:t>改革の頻発による、</a:t>
                      </a:r>
                      <a:r>
                        <a:rPr lang="ja-JP" altLang="en-US" sz="2800" b="1" dirty="0">
                          <a:solidFill>
                            <a:srgbClr val="FF0000"/>
                          </a:solidFill>
                          <a:effectLst/>
                          <a:latin typeface="Noto Sans JP" panose="020B0200000000000000" pitchFamily="34" charset="-122"/>
                          <a:ea typeface="Noto Sans JP" panose="020B0200000000000000" pitchFamily="34" charset="-122"/>
                        </a:rPr>
                        <a:t>現場の混乱</a:t>
                      </a:r>
                      <a:r>
                        <a:rPr lang="ja-JP" altLang="en-US" sz="2800" dirty="0">
                          <a:effectLst/>
                          <a:latin typeface="Noto Sans JP" panose="020B0200000000000000" pitchFamily="34" charset="-122"/>
                          <a:ea typeface="Noto Sans JP" panose="020B0200000000000000" pitchFamily="34" charset="-122"/>
                        </a:rPr>
                        <a:t>と反発の可能性。</a:t>
                      </a:r>
                    </a:p>
                  </a:txBody>
                  <a:tcPr marL="127000" marR="127000" marT="127000" marB="127000" anchor="ctr">
                    <a:lnL>
                      <a:noFill/>
                    </a:lnL>
                    <a:lnR>
                      <a:noFill/>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309868654"/>
                  </a:ext>
                </a:extLst>
              </a:tr>
            </a:tbl>
          </a:graphicData>
        </a:graphic>
      </p:graphicFrame>
      <p:pic>
        <p:nvPicPr>
          <p:cNvPr id="2050" name="Picture 2" descr="日本小人表情包｜日常状态篇- 小红书">
            <a:extLst>
              <a:ext uri="{FF2B5EF4-FFF2-40B4-BE49-F238E27FC236}">
                <a16:creationId xmlns:a16="http://schemas.microsoft.com/office/drawing/2014/main" id="{C5242C27-DC95-881D-D60F-FA22676D73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41190" y="626131"/>
            <a:ext cx="2133600" cy="213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70231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CB96279-C971-D5FB-2438-7C3A7764A82D}"/>
              </a:ext>
            </a:extLst>
          </p:cNvPr>
          <p:cNvSpPr txBox="1"/>
          <p:nvPr/>
        </p:nvSpPr>
        <p:spPr>
          <a:xfrm>
            <a:off x="717210" y="1993992"/>
            <a:ext cx="11058308" cy="3970318"/>
          </a:xfrm>
          <a:prstGeom prst="rect">
            <a:avLst/>
          </a:prstGeom>
          <a:noFill/>
        </p:spPr>
        <p:txBody>
          <a:bodyPr wrap="square">
            <a:spAutoFit/>
          </a:bodyPr>
          <a:lstStyle/>
          <a:p>
            <a:pPr algn="l">
              <a:buNone/>
            </a:pPr>
            <a:r>
              <a:rPr lang="ja-JP" altLang="en-US" sz="2800" b="1" i="0" dirty="0">
                <a:solidFill>
                  <a:srgbClr val="003580"/>
                </a:solidFill>
                <a:effectLst/>
                <a:latin typeface="Noto Sans JP" panose="020B0200000000000000" pitchFamily="34" charset="-122"/>
                <a:ea typeface="Noto Sans JP" panose="020B0200000000000000" pitchFamily="34" charset="-122"/>
              </a:rPr>
              <a:t>フィンランドの事例から、「自由」や「自律」は、しっかりとした基礎の上に成り立っていることが分かります。</a:t>
            </a:r>
            <a:br>
              <a:rPr lang="en-US" altLang="ja-JP" sz="2800" b="1" i="0" dirty="0">
                <a:solidFill>
                  <a:srgbClr val="003580"/>
                </a:solidFill>
                <a:effectLst/>
                <a:latin typeface="Noto Sans JP" panose="020B0200000000000000" pitchFamily="34" charset="-122"/>
                <a:ea typeface="Noto Sans JP" panose="020B0200000000000000" pitchFamily="34" charset="-122"/>
              </a:rPr>
            </a:br>
            <a:endParaRPr lang="en-US" altLang="ja-JP" sz="2800" b="1" i="0" dirty="0">
              <a:solidFill>
                <a:srgbClr val="003580"/>
              </a:solidFill>
              <a:effectLst/>
              <a:latin typeface="Noto Sans JP" panose="020B0200000000000000" pitchFamily="34" charset="-122"/>
              <a:ea typeface="Noto Sans JP" panose="020B0200000000000000" pitchFamily="34" charset="-122"/>
            </a:endParaRPr>
          </a:p>
          <a:p>
            <a:pPr algn="l">
              <a:buNone/>
            </a:pPr>
            <a:r>
              <a:rPr lang="ja-JP" altLang="en-US" sz="2800" b="1" i="0" dirty="0">
                <a:solidFill>
                  <a:srgbClr val="FF0000"/>
                </a:solidFill>
                <a:effectLst/>
                <a:latin typeface="Noto Sans JP" panose="020B0200000000000000" pitchFamily="34" charset="-122"/>
                <a:ea typeface="Noto Sans JP" panose="020B0200000000000000" pitchFamily="34" charset="-122"/>
              </a:rPr>
              <a:t>平等や自律性</a:t>
            </a:r>
            <a:r>
              <a:rPr lang="ja-JP" altLang="en-US" sz="2800" b="0" i="0" dirty="0">
                <a:effectLst/>
                <a:latin typeface="Noto Sans JP" panose="020B0200000000000000" pitchFamily="34" charset="-122"/>
                <a:ea typeface="Noto Sans JP" panose="020B0200000000000000" pitchFamily="34" charset="-122"/>
              </a:rPr>
              <a:t>を大切にするフィンランドの教育の考え方は評価できますが、</a:t>
            </a:r>
            <a:r>
              <a:rPr lang="ja-JP" altLang="en-US" sz="2800" b="1" i="0" dirty="0">
                <a:solidFill>
                  <a:srgbClr val="FF0000"/>
                </a:solidFill>
                <a:effectLst/>
                <a:latin typeface="Noto Sans JP" panose="020B0200000000000000" pitchFamily="34" charset="-122"/>
                <a:ea typeface="Noto Sans JP" panose="020B0200000000000000" pitchFamily="34" charset="-122"/>
              </a:rPr>
              <a:t>デジタル化</a:t>
            </a:r>
            <a:r>
              <a:rPr lang="ja-JP" altLang="en-US" sz="2800" b="0" i="0" dirty="0">
                <a:effectLst/>
                <a:latin typeface="Noto Sans JP" panose="020B0200000000000000" pitchFamily="34" charset="-122"/>
                <a:ea typeface="Noto Sans JP" panose="020B0200000000000000" pitchFamily="34" charset="-122"/>
              </a:rPr>
              <a:t>や社会の</a:t>
            </a:r>
            <a:r>
              <a:rPr lang="ja-JP" altLang="en-US" sz="2800" b="1" i="0" dirty="0">
                <a:solidFill>
                  <a:srgbClr val="FF0000"/>
                </a:solidFill>
                <a:effectLst/>
                <a:latin typeface="Noto Sans JP" panose="020B0200000000000000" pitchFamily="34" charset="-122"/>
                <a:ea typeface="Noto Sans JP" panose="020B0200000000000000" pitchFamily="34" charset="-122"/>
              </a:rPr>
              <a:t>多様化</a:t>
            </a:r>
            <a:r>
              <a:rPr lang="ja-JP" altLang="en-US" sz="2800" b="0" i="0" dirty="0">
                <a:effectLst/>
                <a:latin typeface="Noto Sans JP" panose="020B0200000000000000" pitchFamily="34" charset="-122"/>
                <a:ea typeface="Noto Sans JP" panose="020B0200000000000000" pitchFamily="34" charset="-122"/>
              </a:rPr>
              <a:t>など、</a:t>
            </a:r>
            <a:r>
              <a:rPr lang="ja-JP" altLang="en-US" sz="2800" b="1" i="0" dirty="0">
                <a:solidFill>
                  <a:srgbClr val="FF0000"/>
                </a:solidFill>
                <a:effectLst/>
                <a:latin typeface="Noto Sans JP" panose="020B0200000000000000" pitchFamily="34" charset="-122"/>
                <a:ea typeface="Noto Sans JP" panose="020B0200000000000000" pitchFamily="34" charset="-122"/>
              </a:rPr>
              <a:t>時代の変化に合わせて</a:t>
            </a:r>
            <a:r>
              <a:rPr lang="ja-JP" altLang="en-US" sz="2800" b="0" i="0" dirty="0">
                <a:effectLst/>
                <a:latin typeface="Noto Sans JP" panose="020B0200000000000000" pitchFamily="34" charset="-122"/>
                <a:ea typeface="Noto Sans JP" panose="020B0200000000000000" pitchFamily="34" charset="-122"/>
              </a:rPr>
              <a:t>教育の仕組みを見直す必要もあります。日本においても、個別に合った学習を進めるためには、基礎学力を確実に身につけさせることや、学校現場への支援が重要であるという点を学ぶことができるでしょう。</a:t>
            </a:r>
          </a:p>
        </p:txBody>
      </p:sp>
      <p:sp>
        <p:nvSpPr>
          <p:cNvPr id="6" name="文本框 5">
            <a:extLst>
              <a:ext uri="{FF2B5EF4-FFF2-40B4-BE49-F238E27FC236}">
                <a16:creationId xmlns:a16="http://schemas.microsoft.com/office/drawing/2014/main" id="{7730E529-3BBA-7424-2F80-EFD60814C837}"/>
              </a:ext>
            </a:extLst>
          </p:cNvPr>
          <p:cNvSpPr txBox="1"/>
          <p:nvPr/>
        </p:nvSpPr>
        <p:spPr>
          <a:xfrm>
            <a:off x="717210" y="626131"/>
            <a:ext cx="7526350" cy="646331"/>
          </a:xfrm>
          <a:prstGeom prst="rect">
            <a:avLst/>
          </a:prstGeom>
          <a:noFill/>
        </p:spPr>
        <p:txBody>
          <a:bodyPr wrap="square">
            <a:spAutoFit/>
          </a:bodyPr>
          <a:lstStyle/>
          <a:p>
            <a:pPr>
              <a:spcAft>
                <a:spcPts val="3000"/>
              </a:spcAft>
            </a:pPr>
            <a:r>
              <a:rPr lang="ja-JP" altLang="en-US" sz="3600" b="1" i="0" dirty="0">
                <a:solidFill>
                  <a:srgbClr val="003580"/>
                </a:solidFill>
                <a:effectLst/>
                <a:latin typeface="Noto Sans JP" panose="020B0200000000000000" pitchFamily="34" charset="-122"/>
                <a:ea typeface="Noto Sans JP" panose="020B0200000000000000" pitchFamily="34" charset="-122"/>
              </a:rPr>
              <a:t>考察・意見・感想</a:t>
            </a:r>
          </a:p>
        </p:txBody>
      </p:sp>
    </p:spTree>
    <p:extLst>
      <p:ext uri="{BB962C8B-B14F-4D97-AF65-F5344CB8AC3E}">
        <p14:creationId xmlns:p14="http://schemas.microsoft.com/office/powerpoint/2010/main" val="31445647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1DB7A82A-E182-3747-2D9A-DE28B9953E54}"/>
              </a:ext>
            </a:extLst>
          </p:cNvPr>
          <p:cNvSpPr txBox="1"/>
          <p:nvPr/>
        </p:nvSpPr>
        <p:spPr>
          <a:xfrm>
            <a:off x="2929919" y="3835933"/>
            <a:ext cx="6097162" cy="1015663"/>
          </a:xfrm>
          <a:prstGeom prst="rect">
            <a:avLst/>
          </a:prstGeom>
          <a:noFill/>
        </p:spPr>
        <p:txBody>
          <a:bodyPr wrap="square">
            <a:spAutoFit/>
          </a:bodyPr>
          <a:lstStyle/>
          <a:p>
            <a:pPr algn="ctr">
              <a:spcBef>
                <a:spcPts val="2250"/>
              </a:spcBef>
              <a:buNone/>
            </a:pPr>
            <a:r>
              <a:rPr lang="ja-JP" altLang="en-US" sz="2000" b="1" i="0" dirty="0">
                <a:effectLst/>
                <a:latin typeface="Noto Sans JP" panose="020B0200000000000000" pitchFamily="34" charset="-122"/>
                <a:ea typeface="Noto Sans JP" panose="020B0200000000000000" pitchFamily="34" charset="-122"/>
              </a:rPr>
              <a:t>質疑応答を受け付けます</a:t>
            </a:r>
            <a:br>
              <a:rPr lang="en-US" altLang="ja-JP" sz="2000" b="1" dirty="0">
                <a:latin typeface="Noto Sans JP" panose="020B0200000000000000" pitchFamily="34" charset="-122"/>
                <a:ea typeface="Noto Sans JP" panose="020B0200000000000000" pitchFamily="34" charset="-122"/>
              </a:rPr>
            </a:br>
            <a:endParaRPr lang="ja-JP" altLang="en-US" sz="2000" b="1" dirty="0">
              <a:latin typeface="Noto Sans JP" panose="020B0200000000000000" pitchFamily="34" charset="-122"/>
              <a:ea typeface="Noto Sans JP" panose="020B0200000000000000" pitchFamily="34" charset="-122"/>
            </a:endParaRPr>
          </a:p>
          <a:p>
            <a:pPr algn="ctr">
              <a:buNone/>
            </a:pPr>
            <a:r>
              <a:rPr lang="ja-JP" altLang="en-US" sz="2000" b="1" i="0" dirty="0">
                <a:effectLst/>
                <a:latin typeface="Noto Sans JP" panose="020B0200000000000000" pitchFamily="34" charset="-122"/>
                <a:ea typeface="Noto Sans JP" panose="020B0200000000000000" pitchFamily="34" charset="-122"/>
              </a:rPr>
              <a:t>教育の未来について、共に考えていきましょう。</a:t>
            </a:r>
          </a:p>
        </p:txBody>
      </p:sp>
      <p:sp>
        <p:nvSpPr>
          <p:cNvPr id="6" name="文本框 5">
            <a:extLst>
              <a:ext uri="{FF2B5EF4-FFF2-40B4-BE49-F238E27FC236}">
                <a16:creationId xmlns:a16="http://schemas.microsoft.com/office/drawing/2014/main" id="{7CF4FF79-80F0-F9B6-8B9F-9E42FE9AC33C}"/>
              </a:ext>
            </a:extLst>
          </p:cNvPr>
          <p:cNvSpPr txBox="1"/>
          <p:nvPr/>
        </p:nvSpPr>
        <p:spPr>
          <a:xfrm>
            <a:off x="1841306" y="1417280"/>
            <a:ext cx="8509387" cy="2123658"/>
          </a:xfrm>
          <a:prstGeom prst="rect">
            <a:avLst/>
          </a:prstGeom>
          <a:noFill/>
        </p:spPr>
        <p:txBody>
          <a:bodyPr wrap="square">
            <a:spAutoFit/>
          </a:bodyPr>
          <a:lstStyle/>
          <a:p>
            <a:pPr algn="ctr">
              <a:buNone/>
            </a:pPr>
            <a:r>
              <a:rPr lang="ja-JP" altLang="en-US" sz="6600" b="1" i="0" dirty="0">
                <a:solidFill>
                  <a:srgbClr val="003580"/>
                </a:solidFill>
                <a:effectLst/>
                <a:latin typeface="Noto Sans JP" panose="020B0200000000000000" pitchFamily="34" charset="-122"/>
                <a:ea typeface="Noto Sans JP" panose="020B0200000000000000" pitchFamily="34" charset="-122"/>
              </a:rPr>
              <a:t>ご清聴ありがとう</a:t>
            </a:r>
            <a:endParaRPr lang="en-US" altLang="ja-JP" sz="6600" b="1" i="0" dirty="0">
              <a:solidFill>
                <a:srgbClr val="003580"/>
              </a:solidFill>
              <a:effectLst/>
              <a:latin typeface="Noto Sans JP" panose="020B0200000000000000" pitchFamily="34" charset="-122"/>
              <a:ea typeface="Noto Sans JP" panose="020B0200000000000000" pitchFamily="34" charset="-122"/>
            </a:endParaRPr>
          </a:p>
          <a:p>
            <a:pPr algn="ctr">
              <a:buNone/>
            </a:pPr>
            <a:r>
              <a:rPr lang="ja-JP" altLang="en-US" sz="6600" b="1" i="0" dirty="0">
                <a:solidFill>
                  <a:srgbClr val="003580"/>
                </a:solidFill>
                <a:effectLst/>
                <a:latin typeface="Noto Sans JP" panose="020B0200000000000000" pitchFamily="34" charset="-122"/>
                <a:ea typeface="Noto Sans JP" panose="020B0200000000000000" pitchFamily="34" charset="-122"/>
              </a:rPr>
              <a:t>ございました</a:t>
            </a:r>
          </a:p>
        </p:txBody>
      </p:sp>
      <p:pic>
        <p:nvPicPr>
          <p:cNvPr id="7170" name="Picture 2" descr="日本小人表情包｜日常状态篇- 小红书">
            <a:extLst>
              <a:ext uri="{FF2B5EF4-FFF2-40B4-BE49-F238E27FC236}">
                <a16:creationId xmlns:a16="http://schemas.microsoft.com/office/drawing/2014/main" id="{B8697DEE-B93A-5E1F-1447-EC6753384A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2619" y="3784796"/>
            <a:ext cx="2133600" cy="213360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日本小人表情包｜告白篇- 小红书">
            <a:extLst>
              <a:ext uri="{FF2B5EF4-FFF2-40B4-BE49-F238E27FC236}">
                <a16:creationId xmlns:a16="http://schemas.microsoft.com/office/drawing/2014/main" id="{75D1BFAC-A799-6D84-55BC-1A601FA332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386" y="3835933"/>
            <a:ext cx="2124075" cy="2152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760099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219</TotalTime>
  <Words>978</Words>
  <Application>Microsoft Office PowerPoint</Application>
  <PresentationFormat>宽屏</PresentationFormat>
  <Paragraphs>99</Paragraphs>
  <Slides>18</Slides>
  <Notes>6</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18</vt:i4>
      </vt:variant>
    </vt:vector>
  </HeadingPairs>
  <TitlesOfParts>
    <vt:vector size="24" baseType="lpstr">
      <vt:lpstr>HiraginoSans-W4</vt:lpstr>
      <vt:lpstr>Noto Sans JP</vt:lpstr>
      <vt:lpstr>等线</vt:lpstr>
      <vt:lpstr>等线 Light</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辰强 张</dc:creator>
  <cp:lastModifiedBy>辰强 张</cp:lastModifiedBy>
  <cp:revision>6</cp:revision>
  <dcterms:created xsi:type="dcterms:W3CDTF">2026-02-04T01:24:32Z</dcterms:created>
  <dcterms:modified xsi:type="dcterms:W3CDTF">2026-02-10T00:28:55Z</dcterms:modified>
</cp:coreProperties>
</file>